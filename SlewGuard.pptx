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5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>
      <p:cViewPr varScale="1">
        <p:scale>
          <a:sx n="125" d="100"/>
          <a:sy n="125" d="100"/>
        </p:scale>
        <p:origin x="672" y="2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002" y="105879"/>
            <a:ext cx="6933398" cy="383234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90000"/>
              </a:lnSpc>
              <a:defRPr lang="en-US" sz="6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4837892"/>
            <a:ext cx="4184904" cy="918015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7D523F3-FDC7-CB09-72C3-6753070260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93152" y="0"/>
            <a:ext cx="4498848" cy="6089904"/>
          </a:xfrm>
          <a:custGeom>
            <a:avLst/>
            <a:gdLst>
              <a:gd name="connsiteX0" fmla="*/ 0 w 4510185"/>
              <a:gd name="connsiteY0" fmla="*/ 0 h 6096000"/>
              <a:gd name="connsiteX1" fmla="*/ 4510185 w 4510185"/>
              <a:gd name="connsiteY1" fmla="*/ 0 h 6096000"/>
              <a:gd name="connsiteX2" fmla="*/ 4510185 w 4510185"/>
              <a:gd name="connsiteY2" fmla="*/ 6096000 h 6096000"/>
              <a:gd name="connsiteX3" fmla="*/ 501522 w 4510185"/>
              <a:gd name="connsiteY3" fmla="*/ 6096000 h 6096000"/>
              <a:gd name="connsiteX4" fmla="*/ 0 w 4510185"/>
              <a:gd name="connsiteY4" fmla="*/ 5591398 h 60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10185" h="6096000">
                <a:moveTo>
                  <a:pt x="0" y="0"/>
                </a:moveTo>
                <a:lnTo>
                  <a:pt x="4510185" y="0"/>
                </a:lnTo>
                <a:lnTo>
                  <a:pt x="4510185" y="6096000"/>
                </a:lnTo>
                <a:lnTo>
                  <a:pt x="501522" y="6096000"/>
                </a:lnTo>
                <a:cubicBezTo>
                  <a:pt x="224540" y="6096000"/>
                  <a:pt x="0" y="5870082"/>
                  <a:pt x="0" y="5591398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47046596-FFEC-0663-2F9B-19F442C8D1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81816" y="0"/>
            <a:ext cx="4510185" cy="6096000"/>
          </a:xfrm>
          <a:custGeom>
            <a:avLst/>
            <a:gdLst>
              <a:gd name="connsiteX0" fmla="*/ 0 w 4510185"/>
              <a:gd name="connsiteY0" fmla="*/ 0 h 6096000"/>
              <a:gd name="connsiteX1" fmla="*/ 4510185 w 4510185"/>
              <a:gd name="connsiteY1" fmla="*/ 0 h 6096000"/>
              <a:gd name="connsiteX2" fmla="*/ 4510185 w 4510185"/>
              <a:gd name="connsiteY2" fmla="*/ 6096000 h 6096000"/>
              <a:gd name="connsiteX3" fmla="*/ 501522 w 4510185"/>
              <a:gd name="connsiteY3" fmla="*/ 6096000 h 6096000"/>
              <a:gd name="connsiteX4" fmla="*/ 0 w 4510185"/>
              <a:gd name="connsiteY4" fmla="*/ 5591398 h 60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10185" h="6096000">
                <a:moveTo>
                  <a:pt x="0" y="0"/>
                </a:moveTo>
                <a:lnTo>
                  <a:pt x="4510185" y="0"/>
                </a:lnTo>
                <a:lnTo>
                  <a:pt x="4510185" y="6096000"/>
                </a:lnTo>
                <a:lnTo>
                  <a:pt x="501522" y="6096000"/>
                </a:lnTo>
                <a:cubicBezTo>
                  <a:pt x="224540" y="6096000"/>
                  <a:pt x="0" y="5870082"/>
                  <a:pt x="0" y="5591398"/>
                </a:cubicBezTo>
                <a:close/>
              </a:path>
            </a:pathLst>
          </a:custGeom>
          <a:blipFill dpi="0" rotWithShape="1">
            <a:blip r:embed="rId2">
              <a:alphaModFix amt="85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1339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822960"/>
            <a:ext cx="10706100" cy="6839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4654" y="1506872"/>
            <a:ext cx="10693446" cy="4665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396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23860" y="1376413"/>
            <a:ext cx="3834793" cy="269748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23860" y="4073893"/>
            <a:ext cx="3599210" cy="1162250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lnSpc>
                <a:spcPct val="100000"/>
              </a:lnSpc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51CC2D7F-4DE5-3D21-470F-8B959A5C44D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274402" cy="6096000"/>
          </a:xfrm>
          <a:custGeom>
            <a:avLst/>
            <a:gdLst>
              <a:gd name="connsiteX0" fmla="*/ 0 w 7274402"/>
              <a:gd name="connsiteY0" fmla="*/ 0 h 6096000"/>
              <a:gd name="connsiteX1" fmla="*/ 7274402 w 7274402"/>
              <a:gd name="connsiteY1" fmla="*/ 0 h 6096000"/>
              <a:gd name="connsiteX2" fmla="*/ 7274402 w 7274402"/>
              <a:gd name="connsiteY2" fmla="*/ 5598011 h 6096000"/>
              <a:gd name="connsiteX3" fmla="*/ 6779450 w 7274402"/>
              <a:gd name="connsiteY3" fmla="*/ 6096000 h 6096000"/>
              <a:gd name="connsiteX4" fmla="*/ 0 w 7274402"/>
              <a:gd name="connsiteY4" fmla="*/ 6096000 h 60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74402" h="6096000">
                <a:moveTo>
                  <a:pt x="0" y="0"/>
                </a:moveTo>
                <a:lnTo>
                  <a:pt x="7274402" y="0"/>
                </a:lnTo>
                <a:lnTo>
                  <a:pt x="7274402" y="5598011"/>
                </a:lnTo>
                <a:cubicBezTo>
                  <a:pt x="7274402" y="5873043"/>
                  <a:pt x="7052804" y="6096000"/>
                  <a:pt x="6779450" y="6096000"/>
                </a:cubicBezTo>
                <a:lnTo>
                  <a:pt x="0" y="6096000"/>
                </a:lnTo>
                <a:close/>
              </a:path>
            </a:pathLst>
          </a:custGeom>
          <a:blipFill dpi="0" rotWithShape="1">
            <a:blip r:embed="rId2">
              <a:alphaModFix amt="75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5566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093" y="190500"/>
            <a:ext cx="3923894" cy="26736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95000"/>
              </a:lnSpc>
              <a:defRPr lang="en-US" sz="3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4873751"/>
            <a:ext cx="3277380" cy="1228945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1E33A8AF-9A38-4027-A746-F135FF75F2E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43585" y="0"/>
            <a:ext cx="7448415" cy="6093762"/>
          </a:xfrm>
          <a:custGeom>
            <a:avLst/>
            <a:gdLst>
              <a:gd name="connsiteX0" fmla="*/ 0 w 7448415"/>
              <a:gd name="connsiteY0" fmla="*/ 0 h 6093762"/>
              <a:gd name="connsiteX1" fmla="*/ 7448415 w 7448415"/>
              <a:gd name="connsiteY1" fmla="*/ 0 h 6093762"/>
              <a:gd name="connsiteX2" fmla="*/ 7448415 w 7448415"/>
              <a:gd name="connsiteY2" fmla="*/ 6093762 h 6093762"/>
              <a:gd name="connsiteX3" fmla="*/ 501521 w 7448415"/>
              <a:gd name="connsiteY3" fmla="*/ 6093762 h 6093762"/>
              <a:gd name="connsiteX4" fmla="*/ 0 w 7448415"/>
              <a:gd name="connsiteY4" fmla="*/ 5592240 h 6093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48415" h="6093762">
                <a:moveTo>
                  <a:pt x="0" y="0"/>
                </a:moveTo>
                <a:lnTo>
                  <a:pt x="7448415" y="0"/>
                </a:lnTo>
                <a:lnTo>
                  <a:pt x="7448415" y="6093762"/>
                </a:lnTo>
                <a:lnTo>
                  <a:pt x="501521" y="6093762"/>
                </a:lnTo>
                <a:cubicBezTo>
                  <a:pt x="224538" y="6093762"/>
                  <a:pt x="0" y="5869223"/>
                  <a:pt x="0" y="5592240"/>
                </a:cubicBezTo>
                <a:close/>
              </a:path>
            </a:pathLst>
          </a:custGeom>
          <a:blipFill dpi="0" rotWithShape="1">
            <a:blip r:embed="rId2">
              <a:alphaModFix amt="75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2000" y="6329172"/>
            <a:ext cx="2816835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6934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5202936"/>
            <a:ext cx="10858500" cy="85039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lnSpc>
                <a:spcPct val="90000"/>
              </a:lnSpc>
              <a:defRPr lang="en-US" sz="3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5980176"/>
            <a:ext cx="10858500" cy="419100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5E742D34-DBD4-0DEA-071F-32C82E7EB4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1468100" cy="5018448"/>
          </a:xfrm>
          <a:custGeom>
            <a:avLst/>
            <a:gdLst>
              <a:gd name="connsiteX0" fmla="*/ 0 w 11468100"/>
              <a:gd name="connsiteY0" fmla="*/ 0 h 5091600"/>
              <a:gd name="connsiteX1" fmla="*/ 11468100 w 11468100"/>
              <a:gd name="connsiteY1" fmla="*/ 0 h 5091600"/>
              <a:gd name="connsiteX2" fmla="*/ 11468100 w 11468100"/>
              <a:gd name="connsiteY2" fmla="*/ 4590078 h 5091600"/>
              <a:gd name="connsiteX3" fmla="*/ 10966578 w 11468100"/>
              <a:gd name="connsiteY3" fmla="*/ 5091600 h 5091600"/>
              <a:gd name="connsiteX4" fmla="*/ 0 w 11468100"/>
              <a:gd name="connsiteY4" fmla="*/ 5091600 h 509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68100" h="5091600">
                <a:moveTo>
                  <a:pt x="0" y="0"/>
                </a:moveTo>
                <a:lnTo>
                  <a:pt x="11468100" y="0"/>
                </a:lnTo>
                <a:lnTo>
                  <a:pt x="11468100" y="4590078"/>
                </a:lnTo>
                <a:cubicBezTo>
                  <a:pt x="11468100" y="4867061"/>
                  <a:pt x="11243561" y="5091600"/>
                  <a:pt x="10966578" y="5091600"/>
                </a:cubicBezTo>
                <a:lnTo>
                  <a:pt x="0" y="5091600"/>
                </a:lnTo>
                <a:close/>
              </a:path>
            </a:pathLst>
          </a:custGeom>
          <a:blipFill dpi="0" rotWithShape="1">
            <a:blip r:embed="rId2">
              <a:alphaModFix amt="75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" y="6629400"/>
            <a:ext cx="2805405" cy="228600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11240" y="6629400"/>
            <a:ext cx="2376928" cy="228600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3193" y="6629400"/>
            <a:ext cx="429207" cy="228600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664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345" y="250257"/>
            <a:ext cx="9692640" cy="460284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90000"/>
              </a:lnSpc>
              <a:defRPr lang="en-US" sz="8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1999" y="5053094"/>
            <a:ext cx="5253789" cy="847192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7493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0321" y="1904300"/>
            <a:ext cx="7084194" cy="2353755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60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62965" y="4597167"/>
            <a:ext cx="5678905" cy="108218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1724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31670"/>
            <a:ext cx="12120283" cy="509320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85000"/>
              </a:lnSpc>
              <a:defRPr lang="en-US" sz="12500" spc="-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5356548"/>
            <a:ext cx="6414887" cy="748417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6482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7A12A6-507C-2714-2F24-09ADE1158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702" y="1940943"/>
            <a:ext cx="8771340" cy="4917058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7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2000" y="64008"/>
            <a:ext cx="2816835" cy="338328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90304" y="64008"/>
            <a:ext cx="1612674" cy="338328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5096" y="64008"/>
            <a:ext cx="457200" cy="338328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311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2D3B99D-E6B2-4EE8-0A54-0FAA367757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35581" y="2721090"/>
            <a:ext cx="8456418" cy="4136911"/>
          </a:xfrm>
          <a:custGeom>
            <a:avLst/>
            <a:gdLst>
              <a:gd name="connsiteX0" fmla="*/ 501522 w 8456418"/>
              <a:gd name="connsiteY0" fmla="*/ 0 h 4136911"/>
              <a:gd name="connsiteX1" fmla="*/ 7315160 w 8456418"/>
              <a:gd name="connsiteY1" fmla="*/ 0 h 4136911"/>
              <a:gd name="connsiteX2" fmla="*/ 7389577 w 8456418"/>
              <a:gd name="connsiteY2" fmla="*/ 0 h 4136911"/>
              <a:gd name="connsiteX3" fmla="*/ 8456418 w 8456418"/>
              <a:gd name="connsiteY3" fmla="*/ 0 h 4136911"/>
              <a:gd name="connsiteX4" fmla="*/ 8456418 w 8456418"/>
              <a:gd name="connsiteY4" fmla="*/ 4136910 h 4136911"/>
              <a:gd name="connsiteX5" fmla="*/ 7389577 w 8456418"/>
              <a:gd name="connsiteY5" fmla="*/ 4136910 h 4136911"/>
              <a:gd name="connsiteX6" fmla="*/ 7389577 w 8456418"/>
              <a:gd name="connsiteY6" fmla="*/ 4136911 h 4136911"/>
              <a:gd name="connsiteX7" fmla="*/ 0 w 8456418"/>
              <a:gd name="connsiteY7" fmla="*/ 4136911 h 4136911"/>
              <a:gd name="connsiteX8" fmla="*/ 0 w 8456418"/>
              <a:gd name="connsiteY8" fmla="*/ 501522 h 4136911"/>
              <a:gd name="connsiteX9" fmla="*/ 501522 w 8456418"/>
              <a:gd name="connsiteY9" fmla="*/ 0 h 4136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456418" h="4136911">
                <a:moveTo>
                  <a:pt x="501522" y="0"/>
                </a:moveTo>
                <a:lnTo>
                  <a:pt x="7315160" y="0"/>
                </a:lnTo>
                <a:lnTo>
                  <a:pt x="7389577" y="0"/>
                </a:lnTo>
                <a:lnTo>
                  <a:pt x="8456418" y="0"/>
                </a:lnTo>
                <a:lnTo>
                  <a:pt x="8456418" y="4136910"/>
                </a:lnTo>
                <a:lnTo>
                  <a:pt x="7389577" y="4136910"/>
                </a:lnTo>
                <a:lnTo>
                  <a:pt x="7389577" y="4136911"/>
                </a:lnTo>
                <a:lnTo>
                  <a:pt x="0" y="4136911"/>
                </a:lnTo>
                <a:lnTo>
                  <a:pt x="0" y="501522"/>
                </a:lnTo>
                <a:cubicBezTo>
                  <a:pt x="0" y="224539"/>
                  <a:pt x="224538" y="0"/>
                  <a:pt x="5015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499" y="134751"/>
            <a:ext cx="11429601" cy="2213814"/>
          </a:xfrm>
        </p:spPr>
        <p:txBody>
          <a:bodyPr anchor="t">
            <a:normAutofit/>
          </a:bodyPr>
          <a:lstStyle>
            <a:lvl1pPr>
              <a:lnSpc>
                <a:spcPct val="80000"/>
              </a:lnSpc>
              <a:defRPr sz="9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67200" y="3124200"/>
            <a:ext cx="7200900" cy="2971800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buFont typeface="+mj-lt"/>
              <a:buAutoNum type="arabicPeriod"/>
              <a:defRPr lang="en-US" sz="1600" dirty="0"/>
            </a:lvl1pPr>
            <a:lvl2pPr marL="571500" indent="-342900">
              <a:buFont typeface="+mj-lt"/>
              <a:buAutoNum type="arabicPeriod"/>
              <a:defRPr lang="en-US" dirty="0"/>
            </a:lvl2pPr>
            <a:lvl3pPr marL="800100" indent="-342900">
              <a:buFont typeface="+mj-lt"/>
              <a:buAutoNum type="arabicPeriod"/>
              <a:defRPr lang="en-US" dirty="0"/>
            </a:lvl3pPr>
            <a:lvl4pPr marL="1028700" indent="-342900">
              <a:buFont typeface="+mj-lt"/>
              <a:buAutoNum type="arabicPeriod"/>
              <a:defRPr lang="en-US" dirty="0"/>
            </a:lvl4pPr>
            <a:lvl5pPr marL="1257300" indent="-342900">
              <a:buFont typeface="+mj-lt"/>
              <a:buAutoNum type="arabicPeriod"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9254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1316" y="154198"/>
            <a:ext cx="11326784" cy="1770855"/>
          </a:xfr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88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FF180EE-9609-8056-7D1A-0AB8C967691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266752"/>
            <a:ext cx="6871018" cy="4591248"/>
          </a:xfrm>
          <a:custGeom>
            <a:avLst/>
            <a:gdLst>
              <a:gd name="connsiteX0" fmla="*/ 0 w 6871018"/>
              <a:gd name="connsiteY0" fmla="*/ 0 h 4591248"/>
              <a:gd name="connsiteX1" fmla="*/ 6369496 w 6871018"/>
              <a:gd name="connsiteY1" fmla="*/ 0 h 4591248"/>
              <a:gd name="connsiteX2" fmla="*/ 6871018 w 6871018"/>
              <a:gd name="connsiteY2" fmla="*/ 501522 h 4591248"/>
              <a:gd name="connsiteX3" fmla="*/ 6871018 w 6871018"/>
              <a:gd name="connsiteY3" fmla="*/ 4591248 h 4591248"/>
              <a:gd name="connsiteX4" fmla="*/ 0 w 6871018"/>
              <a:gd name="connsiteY4" fmla="*/ 4591248 h 45912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71018" h="4591248">
                <a:moveTo>
                  <a:pt x="0" y="0"/>
                </a:moveTo>
                <a:lnTo>
                  <a:pt x="6369496" y="0"/>
                </a:lnTo>
                <a:cubicBezTo>
                  <a:pt x="6646479" y="0"/>
                  <a:pt x="6871018" y="224539"/>
                  <a:pt x="6871018" y="501522"/>
                </a:cubicBezTo>
                <a:lnTo>
                  <a:pt x="6871018" y="4591248"/>
                </a:lnTo>
                <a:lnTo>
                  <a:pt x="0" y="4591248"/>
                </a:lnTo>
                <a:close/>
              </a:path>
            </a:pathLst>
          </a:custGeom>
          <a:blipFill>
            <a:blip r:embed="rId2">
              <a:alphaModFix amt="75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ED03D8A-5554-BC86-D031-989A4FC01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084170" y="2266752"/>
            <a:ext cx="5107831" cy="4591248"/>
          </a:xfrm>
          <a:custGeom>
            <a:avLst/>
            <a:gdLst>
              <a:gd name="connsiteX0" fmla="*/ 501521 w 5107831"/>
              <a:gd name="connsiteY0" fmla="*/ 0 h 4591248"/>
              <a:gd name="connsiteX1" fmla="*/ 5107831 w 5107831"/>
              <a:gd name="connsiteY1" fmla="*/ 0 h 4591248"/>
              <a:gd name="connsiteX2" fmla="*/ 5107831 w 5107831"/>
              <a:gd name="connsiteY2" fmla="*/ 4591248 h 4591248"/>
              <a:gd name="connsiteX3" fmla="*/ 0 w 5107831"/>
              <a:gd name="connsiteY3" fmla="*/ 4591248 h 4591248"/>
              <a:gd name="connsiteX4" fmla="*/ 0 w 5107831"/>
              <a:gd name="connsiteY4" fmla="*/ 501522 h 4591248"/>
              <a:gd name="connsiteX5" fmla="*/ 501521 w 5107831"/>
              <a:gd name="connsiteY5" fmla="*/ 0 h 45912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07831" h="4591248">
                <a:moveTo>
                  <a:pt x="501521" y="0"/>
                </a:moveTo>
                <a:lnTo>
                  <a:pt x="5107831" y="0"/>
                </a:lnTo>
                <a:lnTo>
                  <a:pt x="5107831" y="4591248"/>
                </a:lnTo>
                <a:lnTo>
                  <a:pt x="0" y="4591248"/>
                </a:lnTo>
                <a:lnTo>
                  <a:pt x="0" y="501522"/>
                </a:lnTo>
                <a:cubicBezTo>
                  <a:pt x="0" y="224539"/>
                  <a:pt x="224538" y="0"/>
                  <a:pt x="50152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97833" y="2762450"/>
            <a:ext cx="3870267" cy="3333549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buFont typeface="+mj-lt"/>
              <a:buAutoNum type="arabicPeriod"/>
              <a:defRPr lang="en-US" sz="1600" dirty="0"/>
            </a:lvl1pPr>
            <a:lvl2pPr marL="571500" indent="-342900">
              <a:buFont typeface="+mj-lt"/>
              <a:buAutoNum type="arabicPeriod"/>
              <a:defRPr lang="en-US" dirty="0"/>
            </a:lvl2pPr>
            <a:lvl3pPr marL="800100" indent="-342900">
              <a:buFont typeface="+mj-lt"/>
              <a:buAutoNum type="arabicPeriod"/>
              <a:defRPr lang="en-US" dirty="0"/>
            </a:lvl3pPr>
            <a:lvl4pPr marL="1028700" indent="-342900">
              <a:buFont typeface="+mj-lt"/>
              <a:buAutoNum type="arabicPeriod"/>
              <a:defRPr lang="en-US" dirty="0"/>
            </a:lvl4pPr>
            <a:lvl5pPr marL="1257300" indent="-342900">
              <a:buFont typeface="+mj-lt"/>
              <a:buAutoNum type="arabicPeriod"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97833" y="6329172"/>
            <a:ext cx="2020539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8169" y="6329172"/>
            <a:ext cx="140591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9181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8428" y="5434066"/>
            <a:ext cx="11259672" cy="1340631"/>
          </a:xfrm>
        </p:spPr>
        <p:txBody>
          <a:bodyPr anchor="ctr">
            <a:noAutofit/>
          </a:bodyPr>
          <a:lstStyle>
            <a:lvl1pPr>
              <a:lnSpc>
                <a:spcPct val="80000"/>
              </a:lnSpc>
              <a:defRPr sz="92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A527762-C88B-23BA-9A3F-621F88C685C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7075656" cy="5017475"/>
          </a:xfrm>
          <a:custGeom>
            <a:avLst/>
            <a:gdLst>
              <a:gd name="connsiteX0" fmla="*/ 0 w 7075656"/>
              <a:gd name="connsiteY0" fmla="*/ 0 h 5017475"/>
              <a:gd name="connsiteX1" fmla="*/ 7075656 w 7075656"/>
              <a:gd name="connsiteY1" fmla="*/ 0 h 5017475"/>
              <a:gd name="connsiteX2" fmla="*/ 7075656 w 7075656"/>
              <a:gd name="connsiteY2" fmla="*/ 4515953 h 5017475"/>
              <a:gd name="connsiteX3" fmla="*/ 6574134 w 7075656"/>
              <a:gd name="connsiteY3" fmla="*/ 5017475 h 5017475"/>
              <a:gd name="connsiteX4" fmla="*/ 0 w 7075656"/>
              <a:gd name="connsiteY4" fmla="*/ 5017475 h 5017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75656" h="5017475">
                <a:moveTo>
                  <a:pt x="0" y="0"/>
                </a:moveTo>
                <a:lnTo>
                  <a:pt x="7075656" y="0"/>
                </a:lnTo>
                <a:lnTo>
                  <a:pt x="7075656" y="4515953"/>
                </a:lnTo>
                <a:cubicBezTo>
                  <a:pt x="7075656" y="4792936"/>
                  <a:pt x="6851117" y="5017475"/>
                  <a:pt x="6574134" y="5017475"/>
                </a:cubicBezTo>
                <a:lnTo>
                  <a:pt x="0" y="5017475"/>
                </a:lnTo>
                <a:close/>
              </a:path>
            </a:pathLst>
          </a:custGeom>
          <a:blipFill>
            <a:blip r:embed="rId2">
              <a:alphaModFix amt="75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01094" y="791110"/>
            <a:ext cx="3767006" cy="4226366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buFont typeface="+mj-lt"/>
              <a:buAutoNum type="arabicPeriod"/>
              <a:defRPr lang="en-US" sz="1600" dirty="0"/>
            </a:lvl1pPr>
            <a:lvl2pPr marL="571500" indent="-342900">
              <a:buFont typeface="+mj-lt"/>
              <a:buAutoNum type="arabicPeriod"/>
              <a:defRPr lang="en-US" dirty="0"/>
            </a:lvl2pPr>
            <a:lvl3pPr marL="800100" indent="-342900">
              <a:buFont typeface="+mj-lt"/>
              <a:buAutoNum type="arabicPeriod"/>
              <a:defRPr lang="en-US" dirty="0"/>
            </a:lvl3pPr>
            <a:lvl4pPr marL="1028700" indent="-342900">
              <a:buFont typeface="+mj-lt"/>
              <a:buAutoNum type="arabicPeriod"/>
              <a:defRPr lang="en-US" dirty="0"/>
            </a:lvl4pPr>
            <a:lvl5pPr marL="1257300" indent="-342900">
              <a:buFont typeface="+mj-lt"/>
              <a:buAutoNum type="arabicPeriod"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701094" y="190984"/>
            <a:ext cx="2713574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29799" y="190984"/>
            <a:ext cx="107428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0742" y="190984"/>
            <a:ext cx="457200" cy="338328"/>
          </a:xfrm>
        </p:spPr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1272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9871" y="1717296"/>
            <a:ext cx="5618603" cy="1189805"/>
          </a:xfrm>
        </p:spPr>
        <p:txBody>
          <a:bodyPr anchor="b">
            <a:normAutofit/>
          </a:bodyPr>
          <a:lstStyle>
            <a:lvl1pPr algn="ctr">
              <a:defRPr sz="2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84734" y="3138477"/>
            <a:ext cx="4428877" cy="2116570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en-US" sz="1400" dirty="0"/>
            </a:lvl1pPr>
            <a:lvl2pPr marL="228600" indent="0" algn="ctr">
              <a:buNone/>
              <a:defRPr lang="en-US" sz="1200" dirty="0"/>
            </a:lvl2pPr>
            <a:lvl3pPr marL="457200" indent="0" algn="ctr">
              <a:buNone/>
              <a:defRPr lang="en-US" sz="1100" dirty="0"/>
            </a:lvl3pPr>
            <a:lvl4pPr marL="685800" indent="0" algn="ctr">
              <a:buNone/>
              <a:defRPr lang="en-US" sz="1100" dirty="0"/>
            </a:lvl4pPr>
            <a:lvl5pPr marL="914400" indent="0" algn="ctr">
              <a:buNone/>
              <a:defRPr lang="en-US" sz="11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2697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9160" y="1993392"/>
            <a:ext cx="3097924" cy="2160355"/>
          </a:xfrm>
        </p:spPr>
        <p:txBody>
          <a:bodyPr anchor="t">
            <a:normAutofit/>
          </a:bodyPr>
          <a:lstStyle>
            <a:lvl1pPr>
              <a:defRPr sz="2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39103" y="1993392"/>
            <a:ext cx="4856097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048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625" y="1508760"/>
            <a:ext cx="3390442" cy="2857500"/>
          </a:xfrm>
        </p:spPr>
        <p:txBody>
          <a:bodyPr anchor="t">
            <a:normAutofit/>
          </a:bodyPr>
          <a:lstStyle>
            <a:lvl1pPr>
              <a:defRPr sz="2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57596" y="1508760"/>
            <a:ext cx="5233669" cy="413187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5648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1097280"/>
            <a:ext cx="3205908" cy="3428174"/>
          </a:xfrm>
        </p:spPr>
        <p:txBody>
          <a:bodyPr anchor="t">
            <a:normAutofit/>
          </a:bodyPr>
          <a:lstStyle>
            <a:lvl1pPr>
              <a:defRPr sz="2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46320" y="1098484"/>
            <a:ext cx="6126480" cy="507371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9554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822960"/>
            <a:ext cx="3367238" cy="2031205"/>
          </a:xfrm>
        </p:spPr>
        <p:txBody>
          <a:bodyPr anchor="t">
            <a:normAutofit/>
          </a:bodyPr>
          <a:lstStyle>
            <a:lvl1pPr>
              <a:defRPr sz="2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94998" y="822960"/>
            <a:ext cx="7087401" cy="53492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1741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0520" y="822960"/>
            <a:ext cx="7305005" cy="97265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1613FF0-3917-A83C-848B-3D19323934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3493008" cy="6107204"/>
          </a:xfrm>
          <a:custGeom>
            <a:avLst/>
            <a:gdLst>
              <a:gd name="connsiteX0" fmla="*/ 0 w 3493008"/>
              <a:gd name="connsiteY0" fmla="*/ 0 h 6107204"/>
              <a:gd name="connsiteX1" fmla="*/ 3493008 w 3493008"/>
              <a:gd name="connsiteY1" fmla="*/ 0 h 6107204"/>
              <a:gd name="connsiteX2" fmla="*/ 3493008 w 3493008"/>
              <a:gd name="connsiteY2" fmla="*/ 5602161 h 6107204"/>
              <a:gd name="connsiteX3" fmla="*/ 2991486 w 3493008"/>
              <a:gd name="connsiteY3" fmla="*/ 6107204 h 6107204"/>
              <a:gd name="connsiteX4" fmla="*/ 0 w 3493008"/>
              <a:gd name="connsiteY4" fmla="*/ 6107204 h 6107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93008" h="6107204">
                <a:moveTo>
                  <a:pt x="0" y="0"/>
                </a:moveTo>
                <a:lnTo>
                  <a:pt x="3493008" y="0"/>
                </a:lnTo>
                <a:lnTo>
                  <a:pt x="3493008" y="5602161"/>
                </a:lnTo>
                <a:cubicBezTo>
                  <a:pt x="3493008" y="5881089"/>
                  <a:pt x="3268469" y="6107204"/>
                  <a:pt x="2991486" y="6107204"/>
                </a:cubicBezTo>
                <a:lnTo>
                  <a:pt x="0" y="6107204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095" y="1993392"/>
            <a:ext cx="7305005" cy="41208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2902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822960"/>
            <a:ext cx="7196328" cy="106832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8096" y="1996440"/>
            <a:ext cx="7196328" cy="4099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72090" y="6329172"/>
            <a:ext cx="281683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974104" y="6329172"/>
            <a:ext cx="2660904" cy="338328"/>
          </a:xfrm>
        </p:spPr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09836" y="6329172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BFAFCD-BCC9-C2BB-355B-1D08B9A7708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698986" y="758460"/>
            <a:ext cx="3493014" cy="6099541"/>
          </a:xfrm>
          <a:custGeom>
            <a:avLst/>
            <a:gdLst>
              <a:gd name="connsiteX0" fmla="*/ 501522 w 3493014"/>
              <a:gd name="connsiteY0" fmla="*/ 0 h 6099541"/>
              <a:gd name="connsiteX1" fmla="*/ 3493014 w 3493014"/>
              <a:gd name="connsiteY1" fmla="*/ 0 h 6099541"/>
              <a:gd name="connsiteX2" fmla="*/ 3493014 w 3493014"/>
              <a:gd name="connsiteY2" fmla="*/ 6099541 h 6099541"/>
              <a:gd name="connsiteX3" fmla="*/ 0 w 3493014"/>
              <a:gd name="connsiteY3" fmla="*/ 6099541 h 6099541"/>
              <a:gd name="connsiteX4" fmla="*/ 0 w 3493014"/>
              <a:gd name="connsiteY4" fmla="*/ 501522 h 6099541"/>
              <a:gd name="connsiteX5" fmla="*/ 501522 w 3493014"/>
              <a:gd name="connsiteY5" fmla="*/ 0 h 609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93014" h="6099541">
                <a:moveTo>
                  <a:pt x="501522" y="0"/>
                </a:moveTo>
                <a:lnTo>
                  <a:pt x="3493014" y="0"/>
                </a:lnTo>
                <a:lnTo>
                  <a:pt x="3493014" y="6099541"/>
                </a:lnTo>
                <a:lnTo>
                  <a:pt x="0" y="6099541"/>
                </a:lnTo>
                <a:lnTo>
                  <a:pt x="0" y="501522"/>
                </a:lnTo>
                <a:cubicBezTo>
                  <a:pt x="0" y="224539"/>
                  <a:pt x="224539" y="0"/>
                  <a:pt x="501522" y="0"/>
                </a:cubicBezTo>
                <a:close/>
              </a:path>
            </a:pathLst>
          </a:cu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8605180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78799" y="374904"/>
            <a:ext cx="8029143" cy="9144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40F6D4C-AB58-61E2-820C-26713F7162B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0"/>
            <a:ext cx="2812577" cy="6096000"/>
          </a:xfrm>
          <a:custGeom>
            <a:avLst/>
            <a:gdLst>
              <a:gd name="connsiteX0" fmla="*/ 0 w 2812577"/>
              <a:gd name="connsiteY0" fmla="*/ 0 h 6096000"/>
              <a:gd name="connsiteX1" fmla="*/ 2812577 w 2812577"/>
              <a:gd name="connsiteY1" fmla="*/ 0 h 6096000"/>
              <a:gd name="connsiteX2" fmla="*/ 2812577 w 2812577"/>
              <a:gd name="connsiteY2" fmla="*/ 5594478 h 6096000"/>
              <a:gd name="connsiteX3" fmla="*/ 2311055 w 2812577"/>
              <a:gd name="connsiteY3" fmla="*/ 6096000 h 6096000"/>
              <a:gd name="connsiteX4" fmla="*/ 0 w 2812577"/>
              <a:gd name="connsiteY4" fmla="*/ 6096000 h 60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12577" h="6096000">
                <a:moveTo>
                  <a:pt x="0" y="0"/>
                </a:moveTo>
                <a:lnTo>
                  <a:pt x="2812577" y="0"/>
                </a:lnTo>
                <a:lnTo>
                  <a:pt x="2812577" y="5594478"/>
                </a:lnTo>
                <a:cubicBezTo>
                  <a:pt x="2812577" y="5871461"/>
                  <a:pt x="2588038" y="6096000"/>
                  <a:pt x="2311055" y="6096000"/>
                </a:cubicBezTo>
                <a:lnTo>
                  <a:pt x="0" y="609600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478798" y="1444752"/>
            <a:ext cx="8029144" cy="47274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78799" y="6329172"/>
            <a:ext cx="269960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91411" y="6329172"/>
            <a:ext cx="1612674" cy="338328"/>
          </a:xfrm>
        </p:spPr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4329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365760"/>
            <a:ext cx="7935953" cy="9144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8096" y="1444752"/>
            <a:ext cx="7935953" cy="47274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65D02ED-881B-AC26-9FB1-E0C7AC5229C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379423" y="0"/>
            <a:ext cx="2812577" cy="6096000"/>
          </a:xfrm>
          <a:custGeom>
            <a:avLst/>
            <a:gdLst>
              <a:gd name="connsiteX0" fmla="*/ 0 w 2812577"/>
              <a:gd name="connsiteY0" fmla="*/ 0 h 6096000"/>
              <a:gd name="connsiteX1" fmla="*/ 2812577 w 2812577"/>
              <a:gd name="connsiteY1" fmla="*/ 0 h 6096000"/>
              <a:gd name="connsiteX2" fmla="*/ 2812577 w 2812577"/>
              <a:gd name="connsiteY2" fmla="*/ 6096000 h 6096000"/>
              <a:gd name="connsiteX3" fmla="*/ 501522 w 2812577"/>
              <a:gd name="connsiteY3" fmla="*/ 6096000 h 6096000"/>
              <a:gd name="connsiteX4" fmla="*/ 0 w 2812577"/>
              <a:gd name="connsiteY4" fmla="*/ 5594478 h 60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12577" h="6096000">
                <a:moveTo>
                  <a:pt x="0" y="0"/>
                </a:moveTo>
                <a:lnTo>
                  <a:pt x="2812577" y="0"/>
                </a:lnTo>
                <a:lnTo>
                  <a:pt x="2812577" y="6096000"/>
                </a:lnTo>
                <a:lnTo>
                  <a:pt x="501522" y="6096000"/>
                </a:lnTo>
                <a:cubicBezTo>
                  <a:pt x="224539" y="6096000"/>
                  <a:pt x="0" y="5871461"/>
                  <a:pt x="0" y="5594478"/>
                </a:cubicBezTo>
                <a:close/>
              </a:path>
            </a:pathLst>
          </a:cu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6" y="6329172"/>
            <a:ext cx="269960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91411" y="6329172"/>
            <a:ext cx="1612674" cy="338328"/>
          </a:xfrm>
        </p:spPr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0742" y="6329172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92894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1301" y="822960"/>
            <a:ext cx="5986799" cy="109210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253D553-C5F3-3129-9E70-5FFBFDC9ECE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4785141" cy="6096000"/>
          </a:xfrm>
          <a:custGeom>
            <a:avLst/>
            <a:gdLst>
              <a:gd name="connsiteX0" fmla="*/ 0 w 4785141"/>
              <a:gd name="connsiteY0" fmla="*/ 0 h 6096000"/>
              <a:gd name="connsiteX1" fmla="*/ 4785141 w 4785141"/>
              <a:gd name="connsiteY1" fmla="*/ 0 h 6096000"/>
              <a:gd name="connsiteX2" fmla="*/ 4785141 w 4785141"/>
              <a:gd name="connsiteY2" fmla="*/ 5594478 h 6096000"/>
              <a:gd name="connsiteX3" fmla="*/ 4283619 w 4785141"/>
              <a:gd name="connsiteY3" fmla="*/ 6096000 h 6096000"/>
              <a:gd name="connsiteX4" fmla="*/ 0 w 4785141"/>
              <a:gd name="connsiteY4" fmla="*/ 6096000 h 60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85141" h="6096000">
                <a:moveTo>
                  <a:pt x="0" y="0"/>
                </a:moveTo>
                <a:lnTo>
                  <a:pt x="4785141" y="0"/>
                </a:lnTo>
                <a:lnTo>
                  <a:pt x="4785141" y="5594478"/>
                </a:lnTo>
                <a:cubicBezTo>
                  <a:pt x="4785141" y="5871461"/>
                  <a:pt x="4560602" y="6096000"/>
                  <a:pt x="4283619" y="6096000"/>
                </a:cubicBezTo>
                <a:lnTo>
                  <a:pt x="0" y="6096000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1302" y="1996440"/>
            <a:ext cx="5986798" cy="4099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01828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26" y="822960"/>
            <a:ext cx="6140334" cy="97321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1725" y="1996440"/>
            <a:ext cx="6140335" cy="4099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1088019-00EC-C5EE-FDBA-3FD6E5C52EF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19999" y="0"/>
            <a:ext cx="4572001" cy="6095689"/>
          </a:xfrm>
          <a:custGeom>
            <a:avLst/>
            <a:gdLst>
              <a:gd name="connsiteX0" fmla="*/ 0 w 4572001"/>
              <a:gd name="connsiteY0" fmla="*/ 0 h 6095689"/>
              <a:gd name="connsiteX1" fmla="*/ 4572001 w 4572001"/>
              <a:gd name="connsiteY1" fmla="*/ 0 h 6095689"/>
              <a:gd name="connsiteX2" fmla="*/ 4572001 w 4572001"/>
              <a:gd name="connsiteY2" fmla="*/ 6095689 h 6095689"/>
              <a:gd name="connsiteX3" fmla="*/ 501522 w 4572001"/>
              <a:gd name="connsiteY3" fmla="*/ 6095689 h 6095689"/>
              <a:gd name="connsiteX4" fmla="*/ 0 w 4572001"/>
              <a:gd name="connsiteY4" fmla="*/ 5590205 h 6095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72001" h="6095689">
                <a:moveTo>
                  <a:pt x="0" y="0"/>
                </a:moveTo>
                <a:lnTo>
                  <a:pt x="4572001" y="0"/>
                </a:lnTo>
                <a:lnTo>
                  <a:pt x="4572001" y="6095689"/>
                </a:lnTo>
                <a:lnTo>
                  <a:pt x="501522" y="6095689"/>
                </a:lnTo>
                <a:cubicBezTo>
                  <a:pt x="224539" y="6095689"/>
                  <a:pt x="0" y="5869376"/>
                  <a:pt x="0" y="5590205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1B30B23-B6C4-3723-57BA-D70C99D0320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CB376B-27E9-4CDA-655E-2AE645F1DE4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EC5A43C-DD1F-E7E6-BBC8-F953BC288BB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55177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912" y="822960"/>
            <a:ext cx="4243345" cy="108970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BFBCB5-4A7B-F7B3-9AAF-F908FB128AB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6548534" cy="6100464"/>
          </a:xfrm>
          <a:custGeom>
            <a:avLst/>
            <a:gdLst>
              <a:gd name="connsiteX0" fmla="*/ 0 w 6548534"/>
              <a:gd name="connsiteY0" fmla="*/ 0 h 6100464"/>
              <a:gd name="connsiteX1" fmla="*/ 6548534 w 6548534"/>
              <a:gd name="connsiteY1" fmla="*/ 0 h 6100464"/>
              <a:gd name="connsiteX2" fmla="*/ 6548534 w 6548534"/>
              <a:gd name="connsiteY2" fmla="*/ 5595865 h 6100464"/>
              <a:gd name="connsiteX3" fmla="*/ 6047012 w 6548534"/>
              <a:gd name="connsiteY3" fmla="*/ 6100464 h 6100464"/>
              <a:gd name="connsiteX4" fmla="*/ 0 w 6548534"/>
              <a:gd name="connsiteY4" fmla="*/ 6100464 h 610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48534" h="6100464">
                <a:moveTo>
                  <a:pt x="0" y="0"/>
                </a:moveTo>
                <a:lnTo>
                  <a:pt x="6548534" y="0"/>
                </a:lnTo>
                <a:lnTo>
                  <a:pt x="6548534" y="5595865"/>
                </a:lnTo>
                <a:cubicBezTo>
                  <a:pt x="6548534" y="5874548"/>
                  <a:pt x="6323995" y="6100464"/>
                  <a:pt x="6047012" y="6100464"/>
                </a:cubicBezTo>
                <a:lnTo>
                  <a:pt x="0" y="6100464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23069" y="1988820"/>
            <a:ext cx="4244188" cy="41116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8F54AB8-6B4D-C00F-7A9F-6627E7066D2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218C63-B1E1-78F4-CF24-6991FB09C1C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D268E9B-F4A2-5ABF-D43A-3BF4DCADB3F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72159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24" y="822961"/>
            <a:ext cx="4177554" cy="103124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1725" y="1993392"/>
            <a:ext cx="4177553" cy="41026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D2D7B58-DFF6-BC00-8544-64FC5F7EED5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43722" y="0"/>
            <a:ext cx="6548279" cy="6105855"/>
          </a:xfrm>
          <a:custGeom>
            <a:avLst/>
            <a:gdLst>
              <a:gd name="connsiteX0" fmla="*/ 0 w 6548279"/>
              <a:gd name="connsiteY0" fmla="*/ 0 h 6105855"/>
              <a:gd name="connsiteX1" fmla="*/ 6548279 w 6548279"/>
              <a:gd name="connsiteY1" fmla="*/ 0 h 6105855"/>
              <a:gd name="connsiteX2" fmla="*/ 6548279 w 6548279"/>
              <a:gd name="connsiteY2" fmla="*/ 6105855 h 6105855"/>
              <a:gd name="connsiteX3" fmla="*/ 501522 w 6548279"/>
              <a:gd name="connsiteY3" fmla="*/ 6105855 h 6105855"/>
              <a:gd name="connsiteX4" fmla="*/ 0 w 6548279"/>
              <a:gd name="connsiteY4" fmla="*/ 5600680 h 6105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48279" h="6105855">
                <a:moveTo>
                  <a:pt x="0" y="0"/>
                </a:moveTo>
                <a:lnTo>
                  <a:pt x="6548279" y="0"/>
                </a:lnTo>
                <a:lnTo>
                  <a:pt x="6548279" y="6105855"/>
                </a:lnTo>
                <a:lnTo>
                  <a:pt x="501522" y="6105855"/>
                </a:lnTo>
                <a:cubicBezTo>
                  <a:pt x="224539" y="6105855"/>
                  <a:pt x="0" y="5879680"/>
                  <a:pt x="0" y="560068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14033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912" y="822960"/>
            <a:ext cx="4243345" cy="108970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03AE08AD-600E-B6CB-33D0-F11CE0529C4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765214"/>
            <a:ext cx="6559827" cy="6092786"/>
          </a:xfrm>
          <a:custGeom>
            <a:avLst/>
            <a:gdLst>
              <a:gd name="connsiteX0" fmla="*/ 0 w 6559827"/>
              <a:gd name="connsiteY0" fmla="*/ 0 h 6092786"/>
              <a:gd name="connsiteX1" fmla="*/ 6058305 w 6559827"/>
              <a:gd name="connsiteY1" fmla="*/ 0 h 6092786"/>
              <a:gd name="connsiteX2" fmla="*/ 6559827 w 6559827"/>
              <a:gd name="connsiteY2" fmla="*/ 501522 h 6092786"/>
              <a:gd name="connsiteX3" fmla="*/ 6559827 w 6559827"/>
              <a:gd name="connsiteY3" fmla="*/ 6092786 h 6092786"/>
              <a:gd name="connsiteX4" fmla="*/ 0 w 6559827"/>
              <a:gd name="connsiteY4" fmla="*/ 6092786 h 6092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59827" h="6092786">
                <a:moveTo>
                  <a:pt x="0" y="0"/>
                </a:moveTo>
                <a:lnTo>
                  <a:pt x="6058305" y="0"/>
                </a:lnTo>
                <a:cubicBezTo>
                  <a:pt x="6335288" y="0"/>
                  <a:pt x="6559827" y="224539"/>
                  <a:pt x="6559827" y="501522"/>
                </a:cubicBezTo>
                <a:lnTo>
                  <a:pt x="6559827" y="6092786"/>
                </a:lnTo>
                <a:lnTo>
                  <a:pt x="0" y="6092786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23069" y="1988820"/>
            <a:ext cx="4244188" cy="41071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23069" y="6329172"/>
            <a:ext cx="2816835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01199" y="6329172"/>
            <a:ext cx="138758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5096" y="6329172"/>
            <a:ext cx="454437" cy="338328"/>
          </a:xfrm>
        </p:spPr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26590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822324"/>
            <a:ext cx="2959272" cy="163084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8096" y="2590800"/>
            <a:ext cx="2959272" cy="3505200"/>
          </a:xfrm>
        </p:spPr>
        <p:txBody>
          <a:bodyPr vert="horz" lIns="91440" tIns="45720" rIns="91440" bIns="4572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lang="en-US" dirty="0"/>
            </a:lvl1pPr>
            <a:lvl2pPr marL="400050" indent="-171450">
              <a:buFont typeface="Arial" panose="020B0604020202020204" pitchFamily="34" charset="0"/>
              <a:buChar char="•"/>
              <a:defRPr lang="en-US" dirty="0"/>
            </a:lvl2pPr>
            <a:lvl3pPr marL="628650" indent="-171450">
              <a:buFont typeface="Arial" panose="020B0604020202020204" pitchFamily="34" charset="0"/>
              <a:buChar char="•"/>
              <a:defRPr lang="en-US" dirty="0"/>
            </a:lvl3pPr>
            <a:lvl4pPr marL="857250" indent="-171450">
              <a:buFont typeface="Arial" panose="020B0604020202020204" pitchFamily="34" charset="0"/>
              <a:buChar char="•"/>
              <a:defRPr lang="en-US" dirty="0"/>
            </a:lvl4pPr>
            <a:lvl5pPr marL="1085850" indent="-171450">
              <a:buFont typeface="Arial" panose="020B0604020202020204" pitchFamily="34" charset="0"/>
              <a:buChar char="•"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6" y="6327648"/>
            <a:ext cx="18336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01773" y="6318659"/>
            <a:ext cx="109288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694658" y="6318659"/>
            <a:ext cx="457200" cy="338328"/>
          </a:xfrm>
        </p:spPr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A8E9606-29A0-9DB6-D153-C4863559DC6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383033" y="765213"/>
            <a:ext cx="7808967" cy="6092787"/>
          </a:xfrm>
          <a:custGeom>
            <a:avLst/>
            <a:gdLst>
              <a:gd name="connsiteX0" fmla="*/ 501522 w 7808967"/>
              <a:gd name="connsiteY0" fmla="*/ 0 h 6092787"/>
              <a:gd name="connsiteX1" fmla="*/ 7808967 w 7808967"/>
              <a:gd name="connsiteY1" fmla="*/ 0 h 6092787"/>
              <a:gd name="connsiteX2" fmla="*/ 7808967 w 7808967"/>
              <a:gd name="connsiteY2" fmla="*/ 6092787 h 6092787"/>
              <a:gd name="connsiteX3" fmla="*/ 0 w 7808967"/>
              <a:gd name="connsiteY3" fmla="*/ 6092787 h 6092787"/>
              <a:gd name="connsiteX4" fmla="*/ 0 w 7808967"/>
              <a:gd name="connsiteY4" fmla="*/ 501522 h 6092787"/>
              <a:gd name="connsiteX5" fmla="*/ 501522 w 7808967"/>
              <a:gd name="connsiteY5" fmla="*/ 0 h 6092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808967" h="6092787">
                <a:moveTo>
                  <a:pt x="501522" y="0"/>
                </a:moveTo>
                <a:lnTo>
                  <a:pt x="7808967" y="0"/>
                </a:lnTo>
                <a:lnTo>
                  <a:pt x="7808967" y="6092787"/>
                </a:lnTo>
                <a:lnTo>
                  <a:pt x="0" y="6092787"/>
                </a:lnTo>
                <a:lnTo>
                  <a:pt x="0" y="501522"/>
                </a:lnTo>
                <a:cubicBezTo>
                  <a:pt x="0" y="224539"/>
                  <a:pt x="224539" y="0"/>
                  <a:pt x="501522" y="0"/>
                </a:cubicBezTo>
                <a:close/>
              </a:path>
            </a:pathLst>
          </a:cu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591672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4842437"/>
            <a:ext cx="3636745" cy="1253564"/>
          </a:xfrm>
        </p:spPr>
        <p:txBody>
          <a:bodyPr anchor="t">
            <a:noAutofit/>
          </a:bodyPr>
          <a:lstStyle>
            <a:lvl1pPr>
              <a:defRPr sz="2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D90D792C-BF4F-3E3A-5C82-8AA60281823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1468100" cy="4354140"/>
          </a:xfrm>
          <a:custGeom>
            <a:avLst/>
            <a:gdLst>
              <a:gd name="connsiteX0" fmla="*/ 0 w 11468100"/>
              <a:gd name="connsiteY0" fmla="*/ 0 h 4354140"/>
              <a:gd name="connsiteX1" fmla="*/ 11468100 w 11468100"/>
              <a:gd name="connsiteY1" fmla="*/ 0 h 4354140"/>
              <a:gd name="connsiteX2" fmla="*/ 11468100 w 11468100"/>
              <a:gd name="connsiteY2" fmla="*/ 3852618 h 4354140"/>
              <a:gd name="connsiteX3" fmla="*/ 10965387 w 11468100"/>
              <a:gd name="connsiteY3" fmla="*/ 4354140 h 4354140"/>
              <a:gd name="connsiteX4" fmla="*/ 0 w 11468100"/>
              <a:gd name="connsiteY4" fmla="*/ 4354140 h 43541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68100" h="4354140">
                <a:moveTo>
                  <a:pt x="0" y="0"/>
                </a:moveTo>
                <a:lnTo>
                  <a:pt x="11468100" y="0"/>
                </a:lnTo>
                <a:lnTo>
                  <a:pt x="11468100" y="3852618"/>
                </a:lnTo>
                <a:cubicBezTo>
                  <a:pt x="11468100" y="4129601"/>
                  <a:pt x="11243028" y="4354140"/>
                  <a:pt x="10965387" y="4354140"/>
                </a:cubicBezTo>
                <a:lnTo>
                  <a:pt x="0" y="4354140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89635" y="4854632"/>
            <a:ext cx="6579807" cy="139376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34019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090" y="4095740"/>
            <a:ext cx="3242191" cy="1704459"/>
          </a:xfrm>
        </p:spPr>
        <p:txBody>
          <a:bodyPr anchor="t">
            <a:noAutofit/>
          </a:bodyPr>
          <a:lstStyle>
            <a:lvl1pPr>
              <a:defRPr sz="2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842B8C5-7416-8C92-3E56-737867305A7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1468100" cy="3659602"/>
          </a:xfrm>
          <a:custGeom>
            <a:avLst/>
            <a:gdLst>
              <a:gd name="connsiteX0" fmla="*/ 0 w 11468100"/>
              <a:gd name="connsiteY0" fmla="*/ 0 h 3659602"/>
              <a:gd name="connsiteX1" fmla="*/ 11468100 w 11468100"/>
              <a:gd name="connsiteY1" fmla="*/ 0 h 3659602"/>
              <a:gd name="connsiteX2" fmla="*/ 11468100 w 11468100"/>
              <a:gd name="connsiteY2" fmla="*/ 3158080 h 3659602"/>
              <a:gd name="connsiteX3" fmla="*/ 10964923 w 11468100"/>
              <a:gd name="connsiteY3" fmla="*/ 3659602 h 3659602"/>
              <a:gd name="connsiteX4" fmla="*/ 0 w 11468100"/>
              <a:gd name="connsiteY4" fmla="*/ 3659602 h 3659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68100" h="3659602">
                <a:moveTo>
                  <a:pt x="0" y="0"/>
                </a:moveTo>
                <a:lnTo>
                  <a:pt x="11468100" y="0"/>
                </a:lnTo>
                <a:lnTo>
                  <a:pt x="11468100" y="3158080"/>
                </a:lnTo>
                <a:cubicBezTo>
                  <a:pt x="11468100" y="3435063"/>
                  <a:pt x="11242820" y="3659602"/>
                  <a:pt x="10964923" y="3659602"/>
                </a:cubicBezTo>
                <a:lnTo>
                  <a:pt x="0" y="3659602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75355" y="4095740"/>
            <a:ext cx="7092745" cy="200601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7924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822960"/>
            <a:ext cx="3159974" cy="1612741"/>
          </a:xfrm>
        </p:spPr>
        <p:txBody>
          <a:bodyPr anchor="t">
            <a:noAutofit/>
          </a:bodyPr>
          <a:lstStyle>
            <a:lvl1pPr>
              <a:defRPr sz="2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0D06C70-6C8E-0F10-743F-047DC1563DE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72090" y="64008"/>
            <a:ext cx="2816835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4B292A-7A06-6DDC-E8C4-EBEEF5A46C0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291411" y="64008"/>
            <a:ext cx="1612674" cy="338328"/>
          </a:xfrm>
        </p:spPr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D35E09C-E9FB-8393-0705-FD349F06C4C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050742" y="64008"/>
            <a:ext cx="457200" cy="338328"/>
          </a:xfrm>
        </p:spPr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75355" y="822959"/>
            <a:ext cx="7092745" cy="199867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90B4482-E492-864A-9429-7F3F86067C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3268078"/>
            <a:ext cx="11468100" cy="3589922"/>
          </a:xfrm>
          <a:custGeom>
            <a:avLst/>
            <a:gdLst>
              <a:gd name="connsiteX0" fmla="*/ 0 w 11468100"/>
              <a:gd name="connsiteY0" fmla="*/ 0 h 3589922"/>
              <a:gd name="connsiteX1" fmla="*/ 10964923 w 11468100"/>
              <a:gd name="connsiteY1" fmla="*/ 0 h 3589922"/>
              <a:gd name="connsiteX2" fmla="*/ 11468100 w 11468100"/>
              <a:gd name="connsiteY2" fmla="*/ 501522 h 3589922"/>
              <a:gd name="connsiteX3" fmla="*/ 11468100 w 11468100"/>
              <a:gd name="connsiteY3" fmla="*/ 3589922 h 3589922"/>
              <a:gd name="connsiteX4" fmla="*/ 0 w 11468100"/>
              <a:gd name="connsiteY4" fmla="*/ 3589922 h 3589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68100" h="3589922">
                <a:moveTo>
                  <a:pt x="0" y="0"/>
                </a:moveTo>
                <a:lnTo>
                  <a:pt x="10964923" y="0"/>
                </a:lnTo>
                <a:cubicBezTo>
                  <a:pt x="11242820" y="0"/>
                  <a:pt x="11468100" y="224539"/>
                  <a:pt x="11468100" y="501522"/>
                </a:cubicBezTo>
                <a:lnTo>
                  <a:pt x="11468100" y="3589922"/>
                </a:lnTo>
                <a:lnTo>
                  <a:pt x="0" y="3589922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914669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090" y="3316097"/>
            <a:ext cx="3242191" cy="1704459"/>
          </a:xfrm>
        </p:spPr>
        <p:txBody>
          <a:bodyPr anchor="t">
            <a:noAutofit/>
          </a:bodyPr>
          <a:lstStyle>
            <a:lvl1pPr>
              <a:defRPr sz="2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6389053-627F-50C3-46B2-6517FF15D61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1468100" cy="2879959"/>
          </a:xfrm>
          <a:custGeom>
            <a:avLst/>
            <a:gdLst>
              <a:gd name="connsiteX0" fmla="*/ 0 w 11468100"/>
              <a:gd name="connsiteY0" fmla="*/ 0 h 2879959"/>
              <a:gd name="connsiteX1" fmla="*/ 11468100 w 11468100"/>
              <a:gd name="connsiteY1" fmla="*/ 0 h 2879959"/>
              <a:gd name="connsiteX2" fmla="*/ 11468100 w 11468100"/>
              <a:gd name="connsiteY2" fmla="*/ 2378437 h 2879959"/>
              <a:gd name="connsiteX3" fmla="*/ 10964923 w 11468100"/>
              <a:gd name="connsiteY3" fmla="*/ 2879959 h 2879959"/>
              <a:gd name="connsiteX4" fmla="*/ 0 w 11468100"/>
              <a:gd name="connsiteY4" fmla="*/ 2879959 h 2879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68100" h="2879959">
                <a:moveTo>
                  <a:pt x="0" y="0"/>
                </a:moveTo>
                <a:lnTo>
                  <a:pt x="11468100" y="0"/>
                </a:lnTo>
                <a:lnTo>
                  <a:pt x="11468100" y="2378437"/>
                </a:lnTo>
                <a:cubicBezTo>
                  <a:pt x="11468100" y="2655420"/>
                  <a:pt x="11242820" y="2879959"/>
                  <a:pt x="10964923" y="2879959"/>
                </a:cubicBezTo>
                <a:lnTo>
                  <a:pt x="0" y="2879959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75355" y="3316096"/>
            <a:ext cx="7092745" cy="2852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39178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822960"/>
            <a:ext cx="10706100" cy="60442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F790B68-0230-A98B-796E-2C008AC2CC5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750092"/>
            <a:ext cx="6553940" cy="5107908"/>
          </a:xfrm>
          <a:custGeom>
            <a:avLst/>
            <a:gdLst>
              <a:gd name="connsiteX0" fmla="*/ 0 w 6553940"/>
              <a:gd name="connsiteY0" fmla="*/ 0 h 5107908"/>
              <a:gd name="connsiteX1" fmla="*/ 6118541 w 6553940"/>
              <a:gd name="connsiteY1" fmla="*/ 0 h 5107908"/>
              <a:gd name="connsiteX2" fmla="*/ 6553940 w 6553940"/>
              <a:gd name="connsiteY2" fmla="*/ 439618 h 5107908"/>
              <a:gd name="connsiteX3" fmla="*/ 6553940 w 6553940"/>
              <a:gd name="connsiteY3" fmla="*/ 5107908 h 5107908"/>
              <a:gd name="connsiteX4" fmla="*/ 0 w 6553940"/>
              <a:gd name="connsiteY4" fmla="*/ 5107908 h 5107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53940" h="5107908">
                <a:moveTo>
                  <a:pt x="0" y="0"/>
                </a:moveTo>
                <a:lnTo>
                  <a:pt x="6118541" y="0"/>
                </a:lnTo>
                <a:cubicBezTo>
                  <a:pt x="6359005" y="0"/>
                  <a:pt x="6553940" y="196824"/>
                  <a:pt x="6553940" y="439618"/>
                </a:cubicBezTo>
                <a:lnTo>
                  <a:pt x="6553940" y="5107908"/>
                </a:lnTo>
                <a:lnTo>
                  <a:pt x="0" y="5107908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9994" y="1679171"/>
            <a:ext cx="4268106" cy="4493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199994" y="6389695"/>
            <a:ext cx="2183822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73704" y="6389695"/>
            <a:ext cx="1625600" cy="338328"/>
          </a:xfrm>
        </p:spPr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5200" y="6389695"/>
            <a:ext cx="457200" cy="338328"/>
          </a:xfrm>
        </p:spPr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68357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822959"/>
            <a:ext cx="4811167" cy="91699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0936EEA-460B-E34D-8B9C-832ADF15E40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1958288"/>
            <a:ext cx="5620853" cy="4899713"/>
          </a:xfrm>
          <a:custGeom>
            <a:avLst/>
            <a:gdLst>
              <a:gd name="connsiteX0" fmla="*/ 0 w 5620853"/>
              <a:gd name="connsiteY0" fmla="*/ 0 h 4899713"/>
              <a:gd name="connsiteX1" fmla="*/ 5119331 w 5620853"/>
              <a:gd name="connsiteY1" fmla="*/ 0 h 4899713"/>
              <a:gd name="connsiteX2" fmla="*/ 5620853 w 5620853"/>
              <a:gd name="connsiteY2" fmla="*/ 501522 h 4899713"/>
              <a:gd name="connsiteX3" fmla="*/ 5620853 w 5620853"/>
              <a:gd name="connsiteY3" fmla="*/ 4899713 h 4899713"/>
              <a:gd name="connsiteX4" fmla="*/ 0 w 5620853"/>
              <a:gd name="connsiteY4" fmla="*/ 4899713 h 4899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20853" h="4899713">
                <a:moveTo>
                  <a:pt x="0" y="0"/>
                </a:moveTo>
                <a:lnTo>
                  <a:pt x="5119331" y="0"/>
                </a:lnTo>
                <a:cubicBezTo>
                  <a:pt x="5396314" y="0"/>
                  <a:pt x="5620853" y="224539"/>
                  <a:pt x="5620853" y="501522"/>
                </a:cubicBezTo>
                <a:lnTo>
                  <a:pt x="5620853" y="4899713"/>
                </a:lnTo>
                <a:lnTo>
                  <a:pt x="0" y="4899713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14184" y="822960"/>
            <a:ext cx="5153915" cy="52730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11795" y="6387559"/>
            <a:ext cx="2868392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31917" y="6387559"/>
            <a:ext cx="1658678" cy="338328"/>
          </a:xfrm>
        </p:spPr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2325" y="6387559"/>
            <a:ext cx="457200" cy="338328"/>
          </a:xfrm>
        </p:spPr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60536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822960"/>
            <a:ext cx="3383280" cy="1269365"/>
          </a:xfrm>
        </p:spPr>
        <p:txBody>
          <a:bodyPr anchor="t">
            <a:normAutofit/>
          </a:bodyPr>
          <a:lstStyle>
            <a:lvl1pPr>
              <a:defRPr sz="2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2E39E907-908A-148E-8CF0-2C3161E428B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2387462"/>
            <a:ext cx="4145281" cy="4470539"/>
          </a:xfrm>
          <a:custGeom>
            <a:avLst/>
            <a:gdLst>
              <a:gd name="connsiteX0" fmla="*/ 0 w 4145281"/>
              <a:gd name="connsiteY0" fmla="*/ 0 h 4470539"/>
              <a:gd name="connsiteX1" fmla="*/ 3629230 w 4145281"/>
              <a:gd name="connsiteY1" fmla="*/ 0 h 4470539"/>
              <a:gd name="connsiteX2" fmla="*/ 4145281 w 4145281"/>
              <a:gd name="connsiteY2" fmla="*/ 516051 h 4470539"/>
              <a:gd name="connsiteX3" fmla="*/ 4145281 w 4145281"/>
              <a:gd name="connsiteY3" fmla="*/ 4470539 h 4470539"/>
              <a:gd name="connsiteX4" fmla="*/ 0 w 4145281"/>
              <a:gd name="connsiteY4" fmla="*/ 4470539 h 4470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5281" h="4470539">
                <a:moveTo>
                  <a:pt x="0" y="0"/>
                </a:moveTo>
                <a:lnTo>
                  <a:pt x="3629230" y="0"/>
                </a:lnTo>
                <a:cubicBezTo>
                  <a:pt x="3914237" y="0"/>
                  <a:pt x="4145281" y="231044"/>
                  <a:pt x="4145281" y="516051"/>
                </a:cubicBezTo>
                <a:lnTo>
                  <a:pt x="4145281" y="4470539"/>
                </a:lnTo>
                <a:lnTo>
                  <a:pt x="0" y="4470539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39479" y="781685"/>
            <a:ext cx="6628621" cy="53905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46266" y="6388215"/>
            <a:ext cx="2969008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432999" y="6388215"/>
            <a:ext cx="2558901" cy="338328"/>
          </a:xfrm>
        </p:spPr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2323" y="6388215"/>
            <a:ext cx="457200" cy="338328"/>
          </a:xfrm>
        </p:spPr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8437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EF0D11-5ED9-D2C8-48DF-CDDD85CEA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1524" y="0"/>
            <a:ext cx="12192000" cy="6858000"/>
          </a:xfrm>
          <a:prstGeom prst="rect">
            <a:avLst/>
          </a:prstGeom>
          <a:solidFill>
            <a:schemeClr val="accent3">
              <a:alpha val="6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C62E16-021E-429D-57AF-0AC1B2666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9888" y="4809744"/>
            <a:ext cx="9345168" cy="122529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D5285B4-939B-FC12-E19A-F30DFE493F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603504"/>
            <a:ext cx="11201400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8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25984-1615-5B69-4A65-E3A7E6508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53913C-4E7F-A6E2-8028-C03CFD32F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A6A07C-51B6-897B-8C81-FBA62CFE4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6586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3547126-466C-18B0-8C04-007D93615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-1"/>
            <a:ext cx="11208688" cy="5154130"/>
          </a:xfrm>
          <a:custGeom>
            <a:avLst/>
            <a:gdLst>
              <a:gd name="connsiteX0" fmla="*/ 0 w 11208688"/>
              <a:gd name="connsiteY0" fmla="*/ 0 h 5154130"/>
              <a:gd name="connsiteX1" fmla="*/ 11208688 w 11208688"/>
              <a:gd name="connsiteY1" fmla="*/ 0 h 5154130"/>
              <a:gd name="connsiteX2" fmla="*/ 11208688 w 11208688"/>
              <a:gd name="connsiteY2" fmla="*/ 526471 h 5154130"/>
              <a:gd name="connsiteX3" fmla="*/ 11208688 w 11208688"/>
              <a:gd name="connsiteY3" fmla="*/ 4126137 h 5154130"/>
              <a:gd name="connsiteX4" fmla="*/ 11208688 w 11208688"/>
              <a:gd name="connsiteY4" fmla="*/ 4652608 h 5154130"/>
              <a:gd name="connsiteX5" fmla="*/ 10707166 w 11208688"/>
              <a:gd name="connsiteY5" fmla="*/ 5154130 h 5154130"/>
              <a:gd name="connsiteX6" fmla="*/ 0 w 11208688"/>
              <a:gd name="connsiteY6" fmla="*/ 5154130 h 5154130"/>
              <a:gd name="connsiteX7" fmla="*/ 0 w 11208688"/>
              <a:gd name="connsiteY7" fmla="*/ 4627659 h 5154130"/>
              <a:gd name="connsiteX8" fmla="*/ 0 w 11208688"/>
              <a:gd name="connsiteY8" fmla="*/ 526471 h 515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208688" h="5154130">
                <a:moveTo>
                  <a:pt x="0" y="0"/>
                </a:moveTo>
                <a:lnTo>
                  <a:pt x="11208688" y="0"/>
                </a:lnTo>
                <a:lnTo>
                  <a:pt x="11208688" y="526471"/>
                </a:lnTo>
                <a:lnTo>
                  <a:pt x="11208688" y="4126137"/>
                </a:lnTo>
                <a:lnTo>
                  <a:pt x="11208688" y="4652608"/>
                </a:lnTo>
                <a:cubicBezTo>
                  <a:pt x="11208688" y="4929591"/>
                  <a:pt x="10984149" y="5154130"/>
                  <a:pt x="10707166" y="5154130"/>
                </a:cubicBezTo>
                <a:lnTo>
                  <a:pt x="0" y="5154130"/>
                </a:lnTo>
                <a:lnTo>
                  <a:pt x="0" y="4627659"/>
                </a:lnTo>
                <a:lnTo>
                  <a:pt x="0" y="526471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C62E16-021E-429D-57AF-0AC1B2666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089" y="5483352"/>
            <a:ext cx="10361130" cy="84817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100000"/>
              </a:lnSpc>
              <a:defRPr lang="en-US" sz="2600" dirty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D5285B4-939B-FC12-E19A-F30DFE493F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1015" y="684412"/>
            <a:ext cx="10592204" cy="412299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buNone/>
              <a:defRPr lang="en-US" sz="27800" spc="-200" baseline="0" dirty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25984-1615-5B69-4A65-E3A7E6508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53913C-4E7F-A6E2-8028-C03CFD32F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A6A07C-51B6-897B-8C81-FBA62CFE4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0411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0AA79A0-CEA9-1C5C-A8CA-D3F95D5633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4757010"/>
            <a:ext cx="11208688" cy="2100988"/>
          </a:xfrm>
          <a:custGeom>
            <a:avLst/>
            <a:gdLst>
              <a:gd name="connsiteX0" fmla="*/ 0 w 11208688"/>
              <a:gd name="connsiteY0" fmla="*/ 0 h 2100988"/>
              <a:gd name="connsiteX1" fmla="*/ 10707166 w 11208688"/>
              <a:gd name="connsiteY1" fmla="*/ 0 h 2100988"/>
              <a:gd name="connsiteX2" fmla="*/ 11208688 w 11208688"/>
              <a:gd name="connsiteY2" fmla="*/ 501522 h 2100988"/>
              <a:gd name="connsiteX3" fmla="*/ 11208688 w 11208688"/>
              <a:gd name="connsiteY3" fmla="*/ 2100988 h 2100988"/>
              <a:gd name="connsiteX4" fmla="*/ 0 w 11208688"/>
              <a:gd name="connsiteY4" fmla="*/ 2100988 h 210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08688" h="2100988">
                <a:moveTo>
                  <a:pt x="0" y="0"/>
                </a:moveTo>
                <a:lnTo>
                  <a:pt x="10707166" y="0"/>
                </a:lnTo>
                <a:cubicBezTo>
                  <a:pt x="10984149" y="0"/>
                  <a:pt x="11208688" y="224539"/>
                  <a:pt x="11208688" y="501522"/>
                </a:cubicBezTo>
                <a:lnTo>
                  <a:pt x="11208688" y="2100988"/>
                </a:lnTo>
                <a:lnTo>
                  <a:pt x="0" y="2100988"/>
                </a:ln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F2C5FBA-F4AA-552B-2245-767D47272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"/>
            <a:ext cx="11208688" cy="4627659"/>
          </a:xfrm>
          <a:custGeom>
            <a:avLst/>
            <a:gdLst>
              <a:gd name="connsiteX0" fmla="*/ 0 w 11208688"/>
              <a:gd name="connsiteY0" fmla="*/ 0 h 4627659"/>
              <a:gd name="connsiteX1" fmla="*/ 11208688 w 11208688"/>
              <a:gd name="connsiteY1" fmla="*/ 0 h 4627659"/>
              <a:gd name="connsiteX2" fmla="*/ 11208688 w 11208688"/>
              <a:gd name="connsiteY2" fmla="*/ 4126137 h 4627659"/>
              <a:gd name="connsiteX3" fmla="*/ 10707166 w 11208688"/>
              <a:gd name="connsiteY3" fmla="*/ 4627659 h 4627659"/>
              <a:gd name="connsiteX4" fmla="*/ 0 w 11208688"/>
              <a:gd name="connsiteY4" fmla="*/ 4627659 h 4627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08688" h="4627659">
                <a:moveTo>
                  <a:pt x="0" y="0"/>
                </a:moveTo>
                <a:lnTo>
                  <a:pt x="11208688" y="0"/>
                </a:lnTo>
                <a:lnTo>
                  <a:pt x="11208688" y="4126137"/>
                </a:lnTo>
                <a:cubicBezTo>
                  <a:pt x="11208688" y="4403120"/>
                  <a:pt x="10984149" y="4627659"/>
                  <a:pt x="10707166" y="4627659"/>
                </a:cubicBezTo>
                <a:lnTo>
                  <a:pt x="0" y="462765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C62E16-021E-429D-57AF-0AC1B2666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5230760"/>
            <a:ext cx="9738852" cy="101763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100000"/>
              </a:lnSpc>
              <a:defRPr lang="en-US" sz="2600" dirty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D5285B4-939B-FC12-E19A-F30DFE493F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9328" y="420624"/>
            <a:ext cx="10592204" cy="4112875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buNone/>
              <a:defRPr lang="en-US" sz="27800" dirty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25984-1615-5B69-4A65-E3A7E6508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53913C-4E7F-A6E2-8028-C03CFD32F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A6A07C-51B6-897B-8C81-FBA62CFE4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9596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4677EE2-225B-FA02-73B9-DFB5D0135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4783948"/>
            <a:ext cx="11208688" cy="2074052"/>
          </a:xfrm>
          <a:custGeom>
            <a:avLst/>
            <a:gdLst>
              <a:gd name="connsiteX0" fmla="*/ 0 w 11208688"/>
              <a:gd name="connsiteY0" fmla="*/ 0 h 2074052"/>
              <a:gd name="connsiteX1" fmla="*/ 10707166 w 11208688"/>
              <a:gd name="connsiteY1" fmla="*/ 0 h 2074052"/>
              <a:gd name="connsiteX2" fmla="*/ 11208688 w 11208688"/>
              <a:gd name="connsiteY2" fmla="*/ 501522 h 2074052"/>
              <a:gd name="connsiteX3" fmla="*/ 11208688 w 11208688"/>
              <a:gd name="connsiteY3" fmla="*/ 2074052 h 2074052"/>
              <a:gd name="connsiteX4" fmla="*/ 0 w 11208688"/>
              <a:gd name="connsiteY4" fmla="*/ 2074052 h 2074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08688" h="2074052">
                <a:moveTo>
                  <a:pt x="0" y="0"/>
                </a:moveTo>
                <a:lnTo>
                  <a:pt x="10707166" y="0"/>
                </a:lnTo>
                <a:cubicBezTo>
                  <a:pt x="10984149" y="0"/>
                  <a:pt x="11208688" y="224539"/>
                  <a:pt x="11208688" y="501522"/>
                </a:cubicBezTo>
                <a:lnTo>
                  <a:pt x="11208688" y="2074052"/>
                </a:lnTo>
                <a:lnTo>
                  <a:pt x="0" y="2074052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C62E16-021E-429D-57AF-0AC1B2666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5249809"/>
            <a:ext cx="9768348" cy="110907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100000"/>
              </a:lnSpc>
              <a:defRPr lang="en-US" sz="2400" dirty="0">
                <a:latin typeface="+mn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D5285B4-939B-FC12-E19A-F30DFE493F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6" y="341968"/>
            <a:ext cx="11100816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buNone/>
              <a:defRPr lang="en-US" sz="27800" dirty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1EFD95-05D4-9FAB-FCB7-D3A2AB29456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72090" y="6382512"/>
            <a:ext cx="2816835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D5117C2-BE70-9A87-4113-2ECE3F1A43BF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291411" y="6382512"/>
            <a:ext cx="1612674" cy="338328"/>
          </a:xfrm>
        </p:spPr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3776532-A6F1-5788-D1D1-3F91B5B3B7D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050742" y="6382512"/>
            <a:ext cx="457200" cy="338328"/>
          </a:xfrm>
        </p:spPr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3685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4CBAD94-77D4-9CC1-DE93-BFA7FA5FBB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2090" y="0"/>
            <a:ext cx="11419910" cy="6096000"/>
          </a:xfrm>
          <a:custGeom>
            <a:avLst/>
            <a:gdLst>
              <a:gd name="connsiteX0" fmla="*/ 0 w 11419910"/>
              <a:gd name="connsiteY0" fmla="*/ 0 h 6096000"/>
              <a:gd name="connsiteX1" fmla="*/ 11419910 w 11419910"/>
              <a:gd name="connsiteY1" fmla="*/ 0 h 6096000"/>
              <a:gd name="connsiteX2" fmla="*/ 11419910 w 11419910"/>
              <a:gd name="connsiteY2" fmla="*/ 6096000 h 6096000"/>
              <a:gd name="connsiteX3" fmla="*/ 501522 w 11419910"/>
              <a:gd name="connsiteY3" fmla="*/ 6096000 h 6096000"/>
              <a:gd name="connsiteX4" fmla="*/ 0 w 11419910"/>
              <a:gd name="connsiteY4" fmla="*/ 5594478 h 60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19910" h="6096000">
                <a:moveTo>
                  <a:pt x="0" y="0"/>
                </a:moveTo>
                <a:lnTo>
                  <a:pt x="11419910" y="0"/>
                </a:lnTo>
                <a:lnTo>
                  <a:pt x="11419910" y="6096000"/>
                </a:lnTo>
                <a:lnTo>
                  <a:pt x="501522" y="6096000"/>
                </a:lnTo>
                <a:cubicBezTo>
                  <a:pt x="224539" y="6096000"/>
                  <a:pt x="0" y="5871461"/>
                  <a:pt x="0" y="559447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0575" y="863029"/>
            <a:ext cx="9383510" cy="4685017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6600" b="0"/>
            </a:lvl1pPr>
            <a:lvl2pPr marL="228600" indent="0">
              <a:lnSpc>
                <a:spcPct val="90000"/>
              </a:lnSpc>
              <a:buNone/>
              <a:defRPr sz="6000" b="0"/>
            </a:lvl2pPr>
            <a:lvl3pPr marL="457200" indent="0">
              <a:lnSpc>
                <a:spcPct val="90000"/>
              </a:lnSpc>
              <a:buNone/>
              <a:defRPr sz="5400" b="0"/>
            </a:lvl3pPr>
            <a:lvl4pPr marL="685800" indent="0">
              <a:lnSpc>
                <a:spcPct val="90000"/>
              </a:lnSpc>
              <a:buNone/>
              <a:defRPr sz="4800" b="0"/>
            </a:lvl4pPr>
            <a:lvl5pPr marL="914400" indent="0">
              <a:lnSpc>
                <a:spcPct val="90000"/>
              </a:lnSpc>
              <a:buNone/>
              <a:defRPr sz="4400" b="0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280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4592" y="94592"/>
            <a:ext cx="11617947" cy="5752531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200" b="0" cap="all" spc="-100" baseline="0">
                <a:solidFill>
                  <a:schemeClr val="accent1"/>
                </a:solidFill>
              </a:defRPr>
            </a:lvl1pPr>
            <a:lvl2pPr marL="228600" indent="0">
              <a:lnSpc>
                <a:spcPct val="90000"/>
              </a:lnSpc>
              <a:buNone/>
              <a:defRPr sz="7200" b="0" cap="all" spc="-100" baseline="0">
                <a:solidFill>
                  <a:schemeClr val="accent1"/>
                </a:solidFill>
              </a:defRPr>
            </a:lvl2pPr>
            <a:lvl3pPr marL="457200" indent="0">
              <a:lnSpc>
                <a:spcPct val="90000"/>
              </a:lnSpc>
              <a:buNone/>
              <a:defRPr sz="7200" b="0" cap="all" spc="-100" baseline="0">
                <a:solidFill>
                  <a:schemeClr val="accent1"/>
                </a:solidFill>
              </a:defRPr>
            </a:lvl3pPr>
            <a:lvl4pPr marL="685800" indent="0">
              <a:lnSpc>
                <a:spcPct val="90000"/>
              </a:lnSpc>
              <a:buNone/>
              <a:defRPr sz="7200" b="0" cap="all" spc="-100" baseline="0">
                <a:solidFill>
                  <a:schemeClr val="accent1"/>
                </a:solidFill>
              </a:defRPr>
            </a:lvl4pPr>
            <a:lvl5pPr marL="914400" indent="0">
              <a:lnSpc>
                <a:spcPct val="90000"/>
              </a:lnSpc>
              <a:buNone/>
              <a:defRPr sz="7200" b="0" cap="all" spc="-100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11156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0E08BE8-EB98-F551-F5ED-FE16CE82FB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1139327" cy="5821522"/>
          </a:xfrm>
          <a:custGeom>
            <a:avLst/>
            <a:gdLst>
              <a:gd name="connsiteX0" fmla="*/ 0 w 11139327"/>
              <a:gd name="connsiteY0" fmla="*/ 0 h 5821522"/>
              <a:gd name="connsiteX1" fmla="*/ 11139327 w 11139327"/>
              <a:gd name="connsiteY1" fmla="*/ 0 h 5821522"/>
              <a:gd name="connsiteX2" fmla="*/ 11139327 w 11139327"/>
              <a:gd name="connsiteY2" fmla="*/ 5320000 h 5821522"/>
              <a:gd name="connsiteX3" fmla="*/ 10637805 w 11139327"/>
              <a:gd name="connsiteY3" fmla="*/ 5821522 h 5821522"/>
              <a:gd name="connsiteX4" fmla="*/ 0 w 11139327"/>
              <a:gd name="connsiteY4" fmla="*/ 5821522 h 5821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39327" h="5821522">
                <a:moveTo>
                  <a:pt x="0" y="0"/>
                </a:moveTo>
                <a:lnTo>
                  <a:pt x="11139327" y="0"/>
                </a:lnTo>
                <a:lnTo>
                  <a:pt x="11139327" y="5320000"/>
                </a:lnTo>
                <a:cubicBezTo>
                  <a:pt x="11139327" y="5596983"/>
                  <a:pt x="10914788" y="5821522"/>
                  <a:pt x="10637805" y="5821522"/>
                </a:cubicBezTo>
                <a:lnTo>
                  <a:pt x="0" y="5821522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90418" y="288194"/>
            <a:ext cx="9976207" cy="5025678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6600" b="0" cap="all" spc="-100" baseline="0">
                <a:solidFill>
                  <a:schemeClr val="accent1"/>
                </a:solidFill>
              </a:defRPr>
            </a:lvl1pPr>
            <a:lvl2pPr marL="228600" indent="0">
              <a:lnSpc>
                <a:spcPct val="90000"/>
              </a:lnSpc>
              <a:buNone/>
              <a:defRPr sz="6600" b="0" cap="all" spc="-100" baseline="0">
                <a:solidFill>
                  <a:schemeClr val="accent1"/>
                </a:solidFill>
              </a:defRPr>
            </a:lvl2pPr>
            <a:lvl3pPr marL="457200" indent="0">
              <a:lnSpc>
                <a:spcPct val="90000"/>
              </a:lnSpc>
              <a:buNone/>
              <a:defRPr sz="6600" b="0" cap="all" spc="-100" baseline="0">
                <a:solidFill>
                  <a:schemeClr val="accent1"/>
                </a:solidFill>
              </a:defRPr>
            </a:lvl3pPr>
            <a:lvl4pPr marL="685800" indent="0">
              <a:lnSpc>
                <a:spcPct val="90000"/>
              </a:lnSpc>
              <a:buNone/>
              <a:defRPr sz="6600" b="0" cap="all" spc="-100" baseline="0">
                <a:solidFill>
                  <a:schemeClr val="accent1"/>
                </a:solidFill>
              </a:defRPr>
            </a:lvl4pPr>
            <a:lvl5pPr marL="914400" indent="0">
              <a:lnSpc>
                <a:spcPct val="90000"/>
              </a:lnSpc>
              <a:buNone/>
              <a:defRPr sz="6600" b="0" cap="all" spc="-100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6891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AB2664E-ED20-1581-CFBA-A89627E3FD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0719069" cy="5585244"/>
          </a:xfrm>
          <a:custGeom>
            <a:avLst/>
            <a:gdLst>
              <a:gd name="connsiteX0" fmla="*/ 0 w 10719069"/>
              <a:gd name="connsiteY0" fmla="*/ 0 h 5585244"/>
              <a:gd name="connsiteX1" fmla="*/ 10719069 w 10719069"/>
              <a:gd name="connsiteY1" fmla="*/ 0 h 5585244"/>
              <a:gd name="connsiteX2" fmla="*/ 10719069 w 10719069"/>
              <a:gd name="connsiteY2" fmla="*/ 5083722 h 5585244"/>
              <a:gd name="connsiteX3" fmla="*/ 10217547 w 10719069"/>
              <a:gd name="connsiteY3" fmla="*/ 5585244 h 5585244"/>
              <a:gd name="connsiteX4" fmla="*/ 0 w 10719069"/>
              <a:gd name="connsiteY4" fmla="*/ 5585244 h 55852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719069" h="5585244">
                <a:moveTo>
                  <a:pt x="0" y="0"/>
                </a:moveTo>
                <a:lnTo>
                  <a:pt x="10719069" y="0"/>
                </a:lnTo>
                <a:lnTo>
                  <a:pt x="10719069" y="5083722"/>
                </a:lnTo>
                <a:cubicBezTo>
                  <a:pt x="10719069" y="5360705"/>
                  <a:pt x="10494530" y="5585244"/>
                  <a:pt x="10217547" y="5585244"/>
                </a:cubicBezTo>
                <a:lnTo>
                  <a:pt x="0" y="5585244"/>
                </a:lnTo>
                <a:close/>
              </a:path>
            </a:pathLst>
          </a:cu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1515" y="606176"/>
            <a:ext cx="9339210" cy="453090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6600" b="0" cap="none" baseline="0">
                <a:solidFill>
                  <a:schemeClr val="accent1"/>
                </a:solidFill>
              </a:defRPr>
            </a:lvl1pPr>
            <a:lvl2pPr marL="228600" indent="0">
              <a:lnSpc>
                <a:spcPct val="90000"/>
              </a:lnSpc>
              <a:buNone/>
              <a:defRPr sz="6000" b="0" cap="none" baseline="0">
                <a:solidFill>
                  <a:schemeClr val="accent1"/>
                </a:solidFill>
              </a:defRPr>
            </a:lvl2pPr>
            <a:lvl3pPr marL="457200" indent="0">
              <a:lnSpc>
                <a:spcPct val="90000"/>
              </a:lnSpc>
              <a:buNone/>
              <a:defRPr sz="5400" b="0" cap="none" baseline="0">
                <a:solidFill>
                  <a:schemeClr val="accent1"/>
                </a:solidFill>
              </a:defRPr>
            </a:lvl3pPr>
            <a:lvl4pPr marL="685800" indent="0">
              <a:lnSpc>
                <a:spcPct val="90000"/>
              </a:lnSpc>
              <a:buNone/>
              <a:defRPr sz="4800" b="0" cap="none" baseline="0">
                <a:solidFill>
                  <a:schemeClr val="accent1"/>
                </a:solidFill>
              </a:defRPr>
            </a:lvl4pPr>
            <a:lvl5pPr marL="914400" indent="0">
              <a:lnSpc>
                <a:spcPct val="90000"/>
              </a:lnSpc>
              <a:buNone/>
              <a:defRPr sz="4400" b="0" cap="none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6294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43032" y="1455226"/>
            <a:ext cx="10152770" cy="5065498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7200" b="0">
                <a:solidFill>
                  <a:schemeClr val="accent1"/>
                </a:solidFill>
              </a:defRPr>
            </a:lvl1pPr>
            <a:lvl2pPr marL="228600" indent="0">
              <a:lnSpc>
                <a:spcPct val="90000"/>
              </a:lnSpc>
              <a:buNone/>
              <a:defRPr sz="6600" b="0">
                <a:solidFill>
                  <a:schemeClr val="accent1"/>
                </a:solidFill>
              </a:defRPr>
            </a:lvl2pPr>
            <a:lvl3pPr marL="457200" indent="0">
              <a:lnSpc>
                <a:spcPct val="90000"/>
              </a:lnSpc>
              <a:buNone/>
              <a:defRPr sz="6000" b="0">
                <a:solidFill>
                  <a:schemeClr val="accent1"/>
                </a:solidFill>
              </a:defRPr>
            </a:lvl3pPr>
            <a:lvl4pPr marL="685800" indent="0">
              <a:lnSpc>
                <a:spcPct val="90000"/>
              </a:lnSpc>
              <a:buNone/>
              <a:defRPr sz="5400" b="0">
                <a:solidFill>
                  <a:schemeClr val="accent1"/>
                </a:solidFill>
              </a:defRPr>
            </a:lvl4pPr>
            <a:lvl5pPr marL="914400" indent="0">
              <a:lnSpc>
                <a:spcPct val="90000"/>
              </a:lnSpc>
              <a:buNone/>
              <a:defRPr sz="4800" b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6" y="64008"/>
            <a:ext cx="3569995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91411" y="64008"/>
            <a:ext cx="1612674" cy="338328"/>
          </a:xfrm>
        </p:spPr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5096" y="64008"/>
            <a:ext cx="457200" cy="338328"/>
          </a:xfrm>
        </p:spPr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99522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accent3"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B7014-5970-11E5-11F0-6B90228368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2090" y="5085707"/>
            <a:ext cx="8968722" cy="757309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1600"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3EF4BD9-B936-0E90-F933-A03D5E18556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72090" y="821934"/>
            <a:ext cx="8968722" cy="3742116"/>
          </a:xfrm>
        </p:spPr>
        <p:txBody>
          <a:bodyPr anchor="t">
            <a:normAutofit/>
          </a:bodyPr>
          <a:lstStyle>
            <a:lvl1pPr marL="137160" indent="-137160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66F519-3A11-8ACC-F11B-0C5B8388C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50CCE4-9136-9EA6-8630-92DA75F38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677173-46BB-8B19-DE87-86D46A98F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97729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B7014-5970-11E5-11F0-6B90228368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8096" y="4965192"/>
            <a:ext cx="9841113" cy="128930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0"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3EF4BD9-B936-0E90-F933-A03D5E18556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72090" y="729465"/>
            <a:ext cx="9841114" cy="3814182"/>
          </a:xfrm>
        </p:spPr>
        <p:txBody>
          <a:bodyPr anchor="t">
            <a:normAutofit/>
          </a:bodyPr>
          <a:lstStyle>
            <a:lvl1pPr marL="137160" indent="-137160">
              <a:lnSpc>
                <a:spcPct val="90000"/>
              </a:lnSpc>
              <a:spcBef>
                <a:spcPts val="0"/>
              </a:spcBef>
              <a:buNone/>
              <a:defRPr sz="7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8AE5996-C1E5-AFF0-1C20-EFDC871179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554EA42-18F1-82AE-02C3-B2B2A57AD70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A8ACF18-7D60-FEE3-1B8D-6E5F51611A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0123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43F357D-01B6-71AD-58FF-26C551B8D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0" y="5155892"/>
            <a:ext cx="11468099" cy="1702107"/>
          </a:xfrm>
          <a:custGeom>
            <a:avLst/>
            <a:gdLst>
              <a:gd name="connsiteX0" fmla="*/ 10322569 w 10836926"/>
              <a:gd name="connsiteY0" fmla="*/ 1702107 h 1702107"/>
              <a:gd name="connsiteX1" fmla="*/ 0 w 10836926"/>
              <a:gd name="connsiteY1" fmla="*/ 1702107 h 1702107"/>
              <a:gd name="connsiteX2" fmla="*/ 0 w 10836926"/>
              <a:gd name="connsiteY2" fmla="*/ 0 h 1702107"/>
              <a:gd name="connsiteX3" fmla="*/ 10836926 w 10836926"/>
              <a:gd name="connsiteY3" fmla="*/ 0 h 1702107"/>
              <a:gd name="connsiteX4" fmla="*/ 10836926 w 10836926"/>
              <a:gd name="connsiteY4" fmla="*/ 1187751 h 1702107"/>
              <a:gd name="connsiteX5" fmla="*/ 10322569 w 10836926"/>
              <a:gd name="connsiteY5" fmla="*/ 1702107 h 1702107"/>
              <a:gd name="connsiteX0" fmla="*/ 10990389 w 11504746"/>
              <a:gd name="connsiteY0" fmla="*/ 1702107 h 1702107"/>
              <a:gd name="connsiteX1" fmla="*/ 0 w 11504746"/>
              <a:gd name="connsiteY1" fmla="*/ 1702107 h 1702107"/>
              <a:gd name="connsiteX2" fmla="*/ 667820 w 11504746"/>
              <a:gd name="connsiteY2" fmla="*/ 0 h 1702107"/>
              <a:gd name="connsiteX3" fmla="*/ 11504746 w 11504746"/>
              <a:gd name="connsiteY3" fmla="*/ 0 h 1702107"/>
              <a:gd name="connsiteX4" fmla="*/ 11504746 w 11504746"/>
              <a:gd name="connsiteY4" fmla="*/ 1187751 h 1702107"/>
              <a:gd name="connsiteX5" fmla="*/ 10990389 w 11504746"/>
              <a:gd name="connsiteY5" fmla="*/ 1702107 h 1702107"/>
              <a:gd name="connsiteX0" fmla="*/ 11000664 w 11515021"/>
              <a:gd name="connsiteY0" fmla="*/ 1702107 h 1702107"/>
              <a:gd name="connsiteX1" fmla="*/ 10275 w 11515021"/>
              <a:gd name="connsiteY1" fmla="*/ 1702107 h 1702107"/>
              <a:gd name="connsiteX2" fmla="*/ 0 w 11515021"/>
              <a:gd name="connsiteY2" fmla="*/ 0 h 1702107"/>
              <a:gd name="connsiteX3" fmla="*/ 11515021 w 11515021"/>
              <a:gd name="connsiteY3" fmla="*/ 0 h 1702107"/>
              <a:gd name="connsiteX4" fmla="*/ 11515021 w 11515021"/>
              <a:gd name="connsiteY4" fmla="*/ 1187751 h 1702107"/>
              <a:gd name="connsiteX5" fmla="*/ 11000664 w 11515021"/>
              <a:gd name="connsiteY5" fmla="*/ 1702107 h 17021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15021" h="1702107">
                <a:moveTo>
                  <a:pt x="11000664" y="1702107"/>
                </a:moveTo>
                <a:lnTo>
                  <a:pt x="10275" y="1702107"/>
                </a:lnTo>
                <a:lnTo>
                  <a:pt x="0" y="0"/>
                </a:lnTo>
                <a:lnTo>
                  <a:pt x="11515021" y="0"/>
                </a:lnTo>
                <a:lnTo>
                  <a:pt x="11515021" y="1187751"/>
                </a:lnTo>
                <a:cubicBezTo>
                  <a:pt x="11515021" y="1471822"/>
                  <a:pt x="11284736" y="1702107"/>
                  <a:pt x="11000664" y="170210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7B7014-5970-11E5-11F0-6B90228368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38381" y="5684948"/>
            <a:ext cx="9060691" cy="643997"/>
          </a:xfrm>
        </p:spPr>
        <p:txBody>
          <a:bodyPr anchor="ctr">
            <a:normAutofit/>
          </a:bodyPr>
          <a:lstStyle>
            <a:lvl1pPr algn="r">
              <a:lnSpc>
                <a:spcPct val="120000"/>
              </a:lnSpc>
              <a:defRPr sz="1600"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3EF4BD9-B936-0E90-F933-A03D5E18556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38382" y="1027417"/>
            <a:ext cx="9060691" cy="340074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spcBef>
                <a:spcPts val="0"/>
              </a:spcBef>
              <a:buNone/>
              <a:defRPr sz="48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66F519-3A11-8ACC-F11B-0C5B8388C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72090" y="6382512"/>
            <a:ext cx="2816835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50CCE4-9136-9EA6-8630-92DA75F38F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91411" y="6382512"/>
            <a:ext cx="1612674" cy="338328"/>
          </a:xfrm>
        </p:spPr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677173-46BB-8B19-DE87-86D46A98F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0742" y="6382512"/>
            <a:ext cx="457200" cy="338328"/>
          </a:xfrm>
        </p:spPr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86409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DA777E9-52E4-B265-D19D-C179BB567F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0809939" cy="5148072"/>
          </a:xfrm>
          <a:custGeom>
            <a:avLst/>
            <a:gdLst>
              <a:gd name="connsiteX0" fmla="*/ 0 w 10809939"/>
              <a:gd name="connsiteY0" fmla="*/ 0 h 5148072"/>
              <a:gd name="connsiteX1" fmla="*/ 10809939 w 10809939"/>
              <a:gd name="connsiteY1" fmla="*/ 0 h 5148072"/>
              <a:gd name="connsiteX2" fmla="*/ 10809939 w 10809939"/>
              <a:gd name="connsiteY2" fmla="*/ 4646550 h 5148072"/>
              <a:gd name="connsiteX3" fmla="*/ 10308417 w 10809939"/>
              <a:gd name="connsiteY3" fmla="*/ 5148072 h 5148072"/>
              <a:gd name="connsiteX4" fmla="*/ 0 w 10809939"/>
              <a:gd name="connsiteY4" fmla="*/ 5148072 h 5148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09939" h="5148072">
                <a:moveTo>
                  <a:pt x="0" y="0"/>
                </a:moveTo>
                <a:lnTo>
                  <a:pt x="10809939" y="0"/>
                </a:lnTo>
                <a:lnTo>
                  <a:pt x="10809939" y="4646550"/>
                </a:lnTo>
                <a:cubicBezTo>
                  <a:pt x="10809939" y="4923533"/>
                  <a:pt x="10585400" y="5148072"/>
                  <a:pt x="10308417" y="5148072"/>
                </a:cubicBezTo>
                <a:lnTo>
                  <a:pt x="0" y="514807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7B7014-5970-11E5-11F0-6B90228368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6" y="5518298"/>
            <a:ext cx="8964384" cy="81849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600" b="0"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3EF4BD9-B936-0E90-F933-A03D5E18556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67446" y="750013"/>
            <a:ext cx="8733760" cy="3800721"/>
          </a:xfrm>
        </p:spPr>
        <p:txBody>
          <a:bodyPr anchor="t">
            <a:normAutofit/>
          </a:bodyPr>
          <a:lstStyle>
            <a:lvl1pPr marL="137160" indent="-137160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D62116-941C-252B-AE63-2508CE4FDD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72090" y="6382512"/>
            <a:ext cx="2816835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3547C88-24DC-DAA1-274D-9715ED6805B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291411" y="6382512"/>
            <a:ext cx="1612674" cy="338328"/>
          </a:xfrm>
        </p:spPr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21AC9D-428B-1CE3-499F-1289B47D5F2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050742" y="6382512"/>
            <a:ext cx="457200" cy="338328"/>
          </a:xfrm>
        </p:spPr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1676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bg>
      <p:bgPr>
        <a:solidFill>
          <a:schemeClr val="accent3"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EBA2EC2-4347-818C-501D-DEEA9CA0D1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-1"/>
            <a:ext cx="10809939" cy="5617255"/>
          </a:xfrm>
          <a:custGeom>
            <a:avLst/>
            <a:gdLst>
              <a:gd name="connsiteX0" fmla="*/ 0 w 10809939"/>
              <a:gd name="connsiteY0" fmla="*/ 0 h 5638868"/>
              <a:gd name="connsiteX1" fmla="*/ 10809939 w 10809939"/>
              <a:gd name="connsiteY1" fmla="*/ 0 h 5638868"/>
              <a:gd name="connsiteX2" fmla="*/ 10809939 w 10809939"/>
              <a:gd name="connsiteY2" fmla="*/ 5116914 h 5638868"/>
              <a:gd name="connsiteX3" fmla="*/ 10287986 w 10809939"/>
              <a:gd name="connsiteY3" fmla="*/ 5638868 h 5638868"/>
              <a:gd name="connsiteX4" fmla="*/ 0 w 10809939"/>
              <a:gd name="connsiteY4" fmla="*/ 5638868 h 5638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09939" h="5638868">
                <a:moveTo>
                  <a:pt x="0" y="0"/>
                </a:moveTo>
                <a:lnTo>
                  <a:pt x="10809939" y="0"/>
                </a:lnTo>
                <a:lnTo>
                  <a:pt x="10809939" y="5116914"/>
                </a:lnTo>
                <a:cubicBezTo>
                  <a:pt x="10809939" y="5405181"/>
                  <a:pt x="10576253" y="5638868"/>
                  <a:pt x="10287986" y="5638868"/>
                </a:cubicBezTo>
                <a:lnTo>
                  <a:pt x="0" y="5638868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7B7014-5970-11E5-11F0-6B90228368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6765" y="4318612"/>
            <a:ext cx="7364515" cy="996027"/>
          </a:xfrm>
        </p:spPr>
        <p:txBody>
          <a:bodyPr anchor="ctr">
            <a:normAutofit/>
          </a:bodyPr>
          <a:lstStyle>
            <a:lvl1pPr algn="r">
              <a:lnSpc>
                <a:spcPct val="120000"/>
              </a:lnSpc>
              <a:defRPr sz="1400" b="0" spc="100" baseline="0"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3EF4BD9-B936-0E90-F933-A03D5E18556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68096" y="647700"/>
            <a:ext cx="9473184" cy="3670912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spcBef>
                <a:spcPts val="0"/>
              </a:spcBef>
              <a:buNone/>
              <a:defRPr sz="48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68D110F-CED3-F33A-EDD7-57811187B5A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1BE1F328-2362-9468-2593-BAF90BE9CEB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ADE9A5F-3A0A-29A6-E008-BCCF7C3761B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43302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822960"/>
            <a:ext cx="10706100" cy="67490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07B2D7-7718-3EA4-C727-BB98633A673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62000" y="1802352"/>
            <a:ext cx="5070020" cy="4293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B1D51A5-7ABE-E37E-E3A4-3AF4A844851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94099" y="1802352"/>
            <a:ext cx="5070021" cy="4293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19530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626" y="822960"/>
            <a:ext cx="10697475" cy="55036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5379" y="1380744"/>
            <a:ext cx="508665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E49B3C-8832-0263-2ACE-16444014FC2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65825" y="2020888"/>
            <a:ext cx="5086349" cy="4227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2512" y="1380744"/>
            <a:ext cx="508665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5D88C15-4359-3F27-9B17-CB9581414F7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81751" y="2020888"/>
            <a:ext cx="5086350" cy="4227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29676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626" y="822960"/>
            <a:ext cx="10698480" cy="82859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64781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8622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822960"/>
            <a:ext cx="3195484" cy="1504164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096" y="2311121"/>
            <a:ext cx="3195484" cy="3784879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9805" y="836762"/>
            <a:ext cx="6568296" cy="525923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887392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091" y="822960"/>
            <a:ext cx="3041598" cy="1968931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096" y="3147059"/>
            <a:ext cx="3041597" cy="2762035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75E80A04-FEAF-D5E8-F208-D79F585240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02844" y="0"/>
            <a:ext cx="7689157" cy="6096000"/>
          </a:xfrm>
          <a:custGeom>
            <a:avLst/>
            <a:gdLst>
              <a:gd name="connsiteX0" fmla="*/ 0 w 7689157"/>
              <a:gd name="connsiteY0" fmla="*/ 0 h 6096000"/>
              <a:gd name="connsiteX1" fmla="*/ 7689157 w 7689157"/>
              <a:gd name="connsiteY1" fmla="*/ 0 h 6096000"/>
              <a:gd name="connsiteX2" fmla="*/ 7689157 w 7689157"/>
              <a:gd name="connsiteY2" fmla="*/ 6096000 h 6096000"/>
              <a:gd name="connsiteX3" fmla="*/ 501522 w 7689157"/>
              <a:gd name="connsiteY3" fmla="*/ 6096000 h 6096000"/>
              <a:gd name="connsiteX4" fmla="*/ 0 w 7689157"/>
              <a:gd name="connsiteY4" fmla="*/ 5594478 h 60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096000">
                <a:moveTo>
                  <a:pt x="0" y="0"/>
                </a:moveTo>
                <a:lnTo>
                  <a:pt x="7689157" y="0"/>
                </a:lnTo>
                <a:lnTo>
                  <a:pt x="7689157" y="6096000"/>
                </a:lnTo>
                <a:lnTo>
                  <a:pt x="501522" y="6096000"/>
                </a:lnTo>
                <a:cubicBezTo>
                  <a:pt x="224539" y="6096000"/>
                  <a:pt x="0" y="5871461"/>
                  <a:pt x="0" y="5594478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4735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6492530-7F0F-7B93-27A9-6F68FAF543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762000" y="2880691"/>
            <a:ext cx="11430000" cy="3977309"/>
          </a:xfrm>
          <a:custGeom>
            <a:avLst/>
            <a:gdLst>
              <a:gd name="connsiteX0" fmla="*/ 0 w 11468099"/>
              <a:gd name="connsiteY0" fmla="*/ 4053508 h 4053508"/>
              <a:gd name="connsiteX1" fmla="*/ 10946146 w 11468099"/>
              <a:gd name="connsiteY1" fmla="*/ 4043963 h 4053508"/>
              <a:gd name="connsiteX2" fmla="*/ 11468099 w 11468099"/>
              <a:gd name="connsiteY2" fmla="*/ 3522009 h 4053508"/>
              <a:gd name="connsiteX3" fmla="*/ 11468099 w 11468099"/>
              <a:gd name="connsiteY3" fmla="*/ 0 h 4053508"/>
              <a:gd name="connsiteX4" fmla="*/ 0 w 11468099"/>
              <a:gd name="connsiteY4" fmla="*/ 0 h 4053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68099" h="4053508">
                <a:moveTo>
                  <a:pt x="0" y="4053508"/>
                </a:moveTo>
                <a:lnTo>
                  <a:pt x="10946146" y="4043963"/>
                </a:lnTo>
                <a:cubicBezTo>
                  <a:pt x="11234413" y="4043963"/>
                  <a:pt x="11468099" y="3810276"/>
                  <a:pt x="11468099" y="3522009"/>
                </a:cubicBezTo>
                <a:lnTo>
                  <a:pt x="11468099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800" y="190500"/>
            <a:ext cx="11843238" cy="2057400"/>
          </a:xfrm>
        </p:spPr>
        <p:txBody>
          <a:bodyPr anchor="t">
            <a:noAutofit/>
          </a:bodyPr>
          <a:lstStyle>
            <a:lvl1pPr>
              <a:defRPr sz="88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98813" y="3505199"/>
            <a:ext cx="10044665" cy="26670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200" dirty="0"/>
            </a:lvl3pPr>
            <a:lvl4pPr marL="685800" indent="0">
              <a:buNone/>
              <a:defRPr lang="en-US" sz="1200" dirty="0"/>
            </a:lvl4pPr>
            <a:lvl5pPr marL="914400" indent="0">
              <a:buNone/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98813" y="6329172"/>
            <a:ext cx="2816835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4362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B07D4EEB-8B0C-3EA1-DB0C-896A8F0C8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2677737" y="2952545"/>
            <a:ext cx="9514262" cy="3905455"/>
          </a:xfrm>
          <a:custGeom>
            <a:avLst/>
            <a:gdLst>
              <a:gd name="connsiteX0" fmla="*/ 0 w 9514262"/>
              <a:gd name="connsiteY0" fmla="*/ 3905455 h 3905455"/>
              <a:gd name="connsiteX1" fmla="*/ 0 w 9514262"/>
              <a:gd name="connsiteY1" fmla="*/ 0 h 3905455"/>
              <a:gd name="connsiteX2" fmla="*/ 9514262 w 9514262"/>
              <a:gd name="connsiteY2" fmla="*/ 0 h 3905455"/>
              <a:gd name="connsiteX3" fmla="*/ 9514262 w 9514262"/>
              <a:gd name="connsiteY3" fmla="*/ 3375660 h 3905455"/>
              <a:gd name="connsiteX4" fmla="*/ 8992309 w 9514262"/>
              <a:gd name="connsiteY4" fmla="*/ 3897614 h 3905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14262" h="3905455">
                <a:moveTo>
                  <a:pt x="0" y="3905455"/>
                </a:moveTo>
                <a:lnTo>
                  <a:pt x="0" y="0"/>
                </a:lnTo>
                <a:lnTo>
                  <a:pt x="9514262" y="0"/>
                </a:lnTo>
                <a:lnTo>
                  <a:pt x="9514262" y="3375660"/>
                </a:lnTo>
                <a:cubicBezTo>
                  <a:pt x="9514262" y="3663927"/>
                  <a:pt x="9280576" y="3897614"/>
                  <a:pt x="8992309" y="3897614"/>
                </a:cubicBezTo>
                <a:close/>
              </a:path>
            </a:pathLst>
          </a:cu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373" y="190500"/>
            <a:ext cx="10573396" cy="2475644"/>
          </a:xfrm>
        </p:spPr>
        <p:txBody>
          <a:bodyPr anchor="t">
            <a:noAutofit/>
          </a:bodyPr>
          <a:lstStyle>
            <a:lvl1pPr>
              <a:defRPr sz="88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493213" y="3810000"/>
            <a:ext cx="6976154" cy="16764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200" dirty="0"/>
            </a:lvl3pPr>
            <a:lvl4pPr marL="685800" indent="0">
              <a:buNone/>
              <a:defRPr lang="en-US" sz="1200" dirty="0"/>
            </a:lvl4pPr>
            <a:lvl5pPr marL="914400" indent="0">
              <a:buNone/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461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090" y="825747"/>
            <a:ext cx="10696010" cy="61880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4654" y="1506872"/>
            <a:ext cx="10693446" cy="45891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72090" y="6329172"/>
            <a:ext cx="2816835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cap="all" spc="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91411" y="6329172"/>
            <a:ext cx="161267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D7E3ECEC-7E7B-4FB9-BAE8-5C10F12795EA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0742" y="6329172"/>
            <a:ext cx="45720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235F31FF-4816-4A7C-BAEE-4B5C41A91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4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</p:sldLayoutIdLst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500" b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00050" indent="-1714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28650" indent="-1714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57250" indent="-1714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5850" indent="-1714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pos="480">
          <p15:clr>
            <a:srgbClr val="F26B43"/>
          </p15:clr>
        </p15:guide>
        <p15:guide id="8" pos="7224">
          <p15:clr>
            <a:srgbClr val="F26B43"/>
          </p15:clr>
        </p15:guide>
        <p15:guide id="9" orient="horz" pos="3840">
          <p15:clr>
            <a:srgbClr val="F26B43"/>
          </p15:clr>
        </p15:guide>
        <p15:guide id="10" orient="horz" pos="2160">
          <p15:clr>
            <a:srgbClr val="F26B43"/>
          </p15:clr>
        </p15:guide>
        <p15:guide id="11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69F7533-D3BD-CCA6-BCB6-19BD743A5F2B}"/>
              </a:ext>
            </a:extLst>
          </p:cNvPr>
          <p:cNvSpPr txBox="1"/>
          <p:nvPr/>
        </p:nvSpPr>
        <p:spPr>
          <a:xfrm>
            <a:off x="1052659" y="3320996"/>
            <a:ext cx="5286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ECE 69500 - Hardware for Machine Learning</a:t>
            </a:r>
          </a:p>
          <a:p>
            <a:pPr algn="ctr"/>
            <a:r>
              <a:rPr lang="en-US" dirty="0"/>
              <a:t>Nikhil Reddy Mummadi, Jakub Mroczek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0D3C5C20-D2FF-732F-585C-8D2A889625AF}"/>
              </a:ext>
            </a:extLst>
          </p:cNvPr>
          <p:cNvSpPr txBox="1">
            <a:spLocks/>
          </p:cNvSpPr>
          <p:nvPr/>
        </p:nvSpPr>
        <p:spPr>
          <a:xfrm>
            <a:off x="762000" y="1295400"/>
            <a:ext cx="5867400" cy="1447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1714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14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5850" indent="-1714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/>
              <a:t>Closed-loop voltage droop controller for ML workloads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20374CA-03C1-89CD-A113-F21562729BDA}"/>
              </a:ext>
            </a:extLst>
          </p:cNvPr>
          <p:cNvSpPr txBox="1">
            <a:spLocks/>
          </p:cNvSpPr>
          <p:nvPr/>
        </p:nvSpPr>
        <p:spPr>
          <a:xfrm>
            <a:off x="304800" y="1371600"/>
            <a:ext cx="6781800" cy="193264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600" b="0" kern="1200" cap="all" baseline="0" dirty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Slew Guard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775516D-3A4E-5A0A-F5F3-385F0ACE7C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45" t="17242" r="43051" b="12639"/>
          <a:stretch>
            <a:fillRect/>
          </a:stretch>
        </p:blipFill>
        <p:spPr>
          <a:xfrm>
            <a:off x="7785463" y="0"/>
            <a:ext cx="4419600" cy="59436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716342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EC87B3-CABA-F5B0-B57F-642F65D82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4654" y="1506872"/>
            <a:ext cx="5016546" cy="466532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Droop Occurs</a:t>
            </a:r>
          </a:p>
          <a:p>
            <a:r>
              <a:rPr lang="en-US" dirty="0"/>
              <a:t>GPU power delivery network (PDN) has series resistance R, inductance L. Both contribute to droop.</a:t>
            </a:r>
          </a:p>
          <a:p>
            <a:r>
              <a:rPr lang="en-US" dirty="0" err="1"/>
              <a:t>V_load</a:t>
            </a:r>
            <a:r>
              <a:rPr lang="en-US" dirty="0"/>
              <a:t>  =  </a:t>
            </a:r>
            <a:r>
              <a:rPr lang="en-US" dirty="0" err="1"/>
              <a:t>V_nom</a:t>
            </a:r>
            <a:r>
              <a:rPr lang="en-US" dirty="0"/>
              <a:t> − </a:t>
            </a:r>
            <a:r>
              <a:rPr lang="en-US" dirty="0" err="1"/>
              <a:t>V_dc</a:t>
            </a:r>
            <a:r>
              <a:rPr lang="en-US" dirty="0"/>
              <a:t> − </a:t>
            </a:r>
            <a:r>
              <a:rPr lang="en-US" dirty="0" err="1"/>
              <a:t>V_ac</a:t>
            </a:r>
            <a:endParaRPr lang="en-US" dirty="0"/>
          </a:p>
          <a:p>
            <a:pPr lvl="1"/>
            <a:r>
              <a:rPr lang="en-US" dirty="0" err="1"/>
              <a:t>V_dc</a:t>
            </a:r>
            <a:r>
              <a:rPr lang="en-US" dirty="0"/>
              <a:t> – I * R (DC resistive drop)</a:t>
            </a:r>
          </a:p>
          <a:p>
            <a:pPr lvl="1"/>
            <a:r>
              <a:rPr lang="en-US" dirty="0" err="1"/>
              <a:t>V_ac</a:t>
            </a:r>
            <a:r>
              <a:rPr lang="en-US" dirty="0"/>
              <a:t> = ΔI · Z_LC · </a:t>
            </a:r>
            <a:r>
              <a:rPr lang="en-US" dirty="0" err="1"/>
              <a:t>overshoot_factor</a:t>
            </a:r>
            <a:endParaRPr lang="en-US" dirty="0"/>
          </a:p>
          <a:p>
            <a:pPr lvl="2"/>
            <a:r>
              <a:rPr lang="en-US" dirty="0"/>
              <a:t>Z_LC  =  √(L/C)</a:t>
            </a:r>
          </a:p>
          <a:p>
            <a:r>
              <a:rPr lang="en-US" dirty="0"/>
              <a:t>GPU demand for more current leads to higher </a:t>
            </a:r>
            <a:r>
              <a:rPr lang="en-US" dirty="0" err="1"/>
              <a:t>V_dc</a:t>
            </a:r>
            <a:r>
              <a:rPr lang="en-US" dirty="0"/>
              <a:t>, </a:t>
            </a:r>
            <a:r>
              <a:rPr lang="en-US" dirty="0" err="1"/>
              <a:t>V_ac</a:t>
            </a:r>
            <a:r>
              <a:rPr lang="en-US" dirty="0"/>
              <a:t> resulting in a decreased </a:t>
            </a:r>
            <a:r>
              <a:rPr lang="en-US" dirty="0" err="1"/>
              <a:t>V_load</a:t>
            </a:r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ABB740-8AA6-6DE0-32C6-7C2816E3A179}"/>
              </a:ext>
            </a:extLst>
          </p:cNvPr>
          <p:cNvSpPr txBox="1"/>
          <p:nvPr/>
        </p:nvSpPr>
        <p:spPr>
          <a:xfrm>
            <a:off x="742950" y="381000"/>
            <a:ext cx="10706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The Problem: GPU Voltage Droop</a:t>
            </a:r>
          </a:p>
        </p:txBody>
      </p:sp>
      <p:pic>
        <p:nvPicPr>
          <p:cNvPr id="1028" name="Picture 4" descr="Example of one-port RLC network. | Download Scientific Diagram">
            <a:extLst>
              <a:ext uri="{FF2B5EF4-FFF2-40B4-BE49-F238E27FC236}">
                <a16:creationId xmlns:a16="http://schemas.microsoft.com/office/drawing/2014/main" id="{C27D8AEE-CC62-BDD5-089C-AD3AA5E98E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679"/>
          <a:stretch>
            <a:fillRect/>
          </a:stretch>
        </p:blipFill>
        <p:spPr bwMode="auto">
          <a:xfrm>
            <a:off x="711246" y="4746741"/>
            <a:ext cx="2641554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769978-5D7B-A44B-323D-4CBBCA21C3E8}"/>
              </a:ext>
            </a:extLst>
          </p:cNvPr>
          <p:cNvSpPr txBox="1"/>
          <p:nvPr/>
        </p:nvSpPr>
        <p:spPr>
          <a:xfrm>
            <a:off x="3200400" y="5333711"/>
            <a:ext cx="990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Current Sink (GPU)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F7BAF-7A67-3D8F-1218-E12470C5BB0F}"/>
              </a:ext>
            </a:extLst>
          </p:cNvPr>
          <p:cNvSpPr txBox="1">
            <a:spLocks/>
          </p:cNvSpPr>
          <p:nvPr/>
        </p:nvSpPr>
        <p:spPr>
          <a:xfrm>
            <a:off x="5778546" y="1506872"/>
            <a:ext cx="5016546" cy="4665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85750" indent="-28575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1714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14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5850" indent="-1714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Why Droop Matters</a:t>
            </a:r>
          </a:p>
          <a:p>
            <a:r>
              <a:rPr lang="en-US" dirty="0" err="1"/>
              <a:t>V_load</a:t>
            </a:r>
            <a:r>
              <a:rPr lang="en-US" dirty="0"/>
              <a:t> &lt; </a:t>
            </a:r>
            <a:r>
              <a:rPr lang="en-US" dirty="0" err="1"/>
              <a:t>V_min</a:t>
            </a:r>
            <a:r>
              <a:rPr lang="en-US" dirty="0"/>
              <a:t> =&gt; timing violations, data corruption, or crash</a:t>
            </a:r>
          </a:p>
          <a:p>
            <a:r>
              <a:rPr lang="en-US" dirty="0"/>
              <a:t>To account for voltage droop either a voltage guard band or lower operating frequency are needed</a:t>
            </a:r>
          </a:p>
          <a:p>
            <a:pPr lvl="1"/>
            <a:r>
              <a:rPr lang="en-US" dirty="0"/>
              <a:t>Voltage guard band: </a:t>
            </a:r>
          </a:p>
          <a:p>
            <a:pPr lvl="2"/>
            <a:r>
              <a:rPr lang="en-US" dirty="0"/>
              <a:t>Higher </a:t>
            </a:r>
            <a:r>
              <a:rPr lang="en-US" dirty="0" err="1"/>
              <a:t>V_nom</a:t>
            </a:r>
            <a:r>
              <a:rPr lang="en-US" dirty="0"/>
              <a:t> to ensure </a:t>
            </a:r>
            <a:r>
              <a:rPr lang="en-US" dirty="0" err="1"/>
              <a:t>V_nom</a:t>
            </a:r>
            <a:r>
              <a:rPr lang="en-US" dirty="0"/>
              <a:t> – </a:t>
            </a:r>
            <a:r>
              <a:rPr lang="en-US" dirty="0" err="1"/>
              <a:t>V_droop</a:t>
            </a:r>
            <a:r>
              <a:rPr lang="en-US" dirty="0"/>
              <a:t> &gt; Vmin</a:t>
            </a:r>
          </a:p>
          <a:p>
            <a:pPr lvl="2"/>
            <a:r>
              <a:rPr lang="en-US" dirty="0"/>
              <a:t>Costs more power (P ∝ V²)</a:t>
            </a:r>
          </a:p>
          <a:p>
            <a:pPr lvl="1"/>
            <a:r>
              <a:rPr lang="en-US" dirty="0"/>
              <a:t>Reduce operating frequency:</a:t>
            </a:r>
          </a:p>
          <a:p>
            <a:pPr lvl="2"/>
            <a:r>
              <a:rPr lang="en-US" dirty="0"/>
              <a:t>Lower voltage requires lower clock frequency as transistor switching time is reduced.</a:t>
            </a:r>
          </a:p>
          <a:p>
            <a:pPr lvl="2"/>
            <a:r>
              <a:rPr lang="en-US" dirty="0"/>
              <a:t>Must account for the worst-case droop voltage, reducing performance to avoid timing violations </a:t>
            </a:r>
          </a:p>
        </p:txBody>
      </p:sp>
    </p:spTree>
    <p:extLst>
      <p:ext uri="{BB962C8B-B14F-4D97-AF65-F5344CB8AC3E}">
        <p14:creationId xmlns:p14="http://schemas.microsoft.com/office/powerpoint/2010/main" val="42315460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6D0C5-47FD-F262-C338-5DB67F785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6CF790-747F-0DCA-E31D-0BD6EA98B362}"/>
              </a:ext>
            </a:extLst>
          </p:cNvPr>
          <p:cNvSpPr txBox="1"/>
          <p:nvPr/>
        </p:nvSpPr>
        <p:spPr>
          <a:xfrm>
            <a:off x="742950" y="371996"/>
            <a:ext cx="10706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Project Overview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281E04A-80B9-8864-6CE6-7FF52ECEB3A7}"/>
              </a:ext>
            </a:extLst>
          </p:cNvPr>
          <p:cNvSpPr/>
          <p:nvPr/>
        </p:nvSpPr>
        <p:spPr>
          <a:xfrm>
            <a:off x="213361" y="1062891"/>
            <a:ext cx="5760720" cy="2240280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A4C9A7C-6D20-AFE6-7BE5-48DDAF472760}"/>
              </a:ext>
            </a:extLst>
          </p:cNvPr>
          <p:cNvSpPr txBox="1"/>
          <p:nvPr/>
        </p:nvSpPr>
        <p:spPr>
          <a:xfrm>
            <a:off x="350520" y="11726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6B900"/>
                </a:solidFill>
              </a:rPr>
              <a:t>1  Workload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09A5EB-5F57-4AC3-C54E-C2F11A7355AB}"/>
              </a:ext>
            </a:extLst>
          </p:cNvPr>
          <p:cNvSpPr txBox="1"/>
          <p:nvPr/>
        </p:nvSpPr>
        <p:spPr>
          <a:xfrm>
            <a:off x="396241" y="1565811"/>
            <a:ext cx="5440680" cy="1024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b="0" i="0" dirty="0">
                <a:solidFill>
                  <a:srgbClr val="FFFFFF"/>
                </a:solidFill>
              </a:rPr>
              <a:t>GEMM (naive / tiled-GELU)</a:t>
            </a:r>
            <a:endParaRPr lang="en-US" sz="1400" b="0" i="0" dirty="0">
              <a:solidFill>
                <a:srgbClr val="FFFFFF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ResNet-18 forward pass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Batch size M is the control knob</a:t>
            </a:r>
            <a:endParaRPr sz="1400" b="0" i="0" dirty="0">
              <a:solidFill>
                <a:srgbClr val="FFFFFF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279BBF-56BC-F30A-473F-43B879F86D3E}"/>
              </a:ext>
            </a:extLst>
          </p:cNvPr>
          <p:cNvSpPr/>
          <p:nvPr/>
        </p:nvSpPr>
        <p:spPr>
          <a:xfrm>
            <a:off x="6248400" y="1062891"/>
            <a:ext cx="5760720" cy="2240280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D1BC53-F83B-B362-8CEA-8375A4319970}"/>
              </a:ext>
            </a:extLst>
          </p:cNvPr>
          <p:cNvSpPr txBox="1"/>
          <p:nvPr/>
        </p:nvSpPr>
        <p:spPr>
          <a:xfrm>
            <a:off x="6385561" y="11726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6B900"/>
                </a:solidFill>
              </a:rPr>
              <a:t>2  Profiler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8508C9-5005-D31A-CF2D-C860045BBFC6}"/>
              </a:ext>
            </a:extLst>
          </p:cNvPr>
          <p:cNvSpPr txBox="1"/>
          <p:nvPr/>
        </p:nvSpPr>
        <p:spPr>
          <a:xfrm>
            <a:off x="6431281" y="1565811"/>
            <a:ext cx="5440680" cy="23168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Real GPU telemetry at sub-</a:t>
            </a:r>
            <a:r>
              <a:rPr lang="en-US" sz="1400" dirty="0" err="1">
                <a:solidFill>
                  <a:srgbClr val="FFFFFF"/>
                </a:solidFill>
              </a:rPr>
              <a:t>ms</a:t>
            </a:r>
            <a:endParaRPr lang="en-US" sz="1400" dirty="0">
              <a:solidFill>
                <a:srgbClr val="FFFFFF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NVML power ring-buffer drain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Calibrate </a:t>
            </a:r>
            <a:r>
              <a:rPr lang="en-US" sz="1400" dirty="0" err="1">
                <a:solidFill>
                  <a:srgbClr val="FFFFFF"/>
                </a:solidFill>
              </a:rPr>
              <a:t>P_idle</a:t>
            </a:r>
            <a:r>
              <a:rPr lang="en-US" sz="1400" dirty="0">
                <a:solidFill>
                  <a:srgbClr val="FFFFFF"/>
                </a:solidFill>
              </a:rPr>
              <a:t> &amp; </a:t>
            </a:r>
            <a:r>
              <a:rPr lang="en-US" sz="1400" dirty="0" err="1">
                <a:solidFill>
                  <a:srgbClr val="FFFFFF"/>
                </a:solidFill>
              </a:rPr>
              <a:t>P_full</a:t>
            </a:r>
            <a:r>
              <a:rPr lang="en-US" sz="1400" dirty="0">
                <a:solidFill>
                  <a:srgbClr val="FFFFFF"/>
                </a:solidFill>
              </a:rPr>
              <a:t>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Controller uses this to predict </a:t>
            </a:r>
            <a:r>
              <a:rPr lang="el-GR" sz="1400" dirty="0">
                <a:solidFill>
                  <a:srgbClr val="FFFFFF"/>
                </a:solidFill>
              </a:rPr>
              <a:t>Δ</a:t>
            </a:r>
            <a:r>
              <a:rPr lang="en-US" sz="1400" dirty="0">
                <a:solidFill>
                  <a:srgbClr val="FFFFFF"/>
                </a:solidFill>
              </a:rPr>
              <a:t>I when M is adjusted</a:t>
            </a:r>
          </a:p>
          <a:p>
            <a:pPr>
              <a:lnSpc>
                <a:spcPct val="150000"/>
              </a:lnSpc>
            </a:pPr>
            <a:endParaRPr lang="en-US" sz="1400" dirty="0">
              <a:solidFill>
                <a:srgbClr val="FFFFFF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FFFFFF"/>
              </a:solidFill>
            </a:endParaRPr>
          </a:p>
          <a:p>
            <a:pPr algn="l">
              <a:lnSpc>
                <a:spcPct val="150000"/>
              </a:lnSpc>
            </a:pPr>
            <a:endParaRPr sz="1400" b="0" i="0" dirty="0">
              <a:solidFill>
                <a:srgbClr val="FFFFFF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42C2A71-5C25-39CE-9E3E-64C714F2B4CA}"/>
              </a:ext>
            </a:extLst>
          </p:cNvPr>
          <p:cNvSpPr/>
          <p:nvPr/>
        </p:nvSpPr>
        <p:spPr>
          <a:xfrm>
            <a:off x="213361" y="3486051"/>
            <a:ext cx="5760720" cy="2240280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173FF57-1981-8AE5-AF9D-2941D334D99C}"/>
              </a:ext>
            </a:extLst>
          </p:cNvPr>
          <p:cNvSpPr txBox="1"/>
          <p:nvPr/>
        </p:nvSpPr>
        <p:spPr>
          <a:xfrm>
            <a:off x="350520" y="359577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6B900"/>
                </a:solidFill>
              </a:rPr>
              <a:t>3  PDN Model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3E1DF80-9561-4965-7360-147F4318E574}"/>
              </a:ext>
            </a:extLst>
          </p:cNvPr>
          <p:cNvSpPr txBox="1"/>
          <p:nvPr/>
        </p:nvSpPr>
        <p:spPr>
          <a:xfrm>
            <a:off x="396241" y="3988971"/>
            <a:ext cx="5440680" cy="16705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b="0" i="0" dirty="0">
                <a:solidFill>
                  <a:srgbClr val="FFFFFF"/>
                </a:solidFill>
              </a:rPr>
              <a:t>2nd-order RLC circuit</a:t>
            </a:r>
            <a:endParaRPr lang="en-US" sz="1400" b="0" i="0" dirty="0">
              <a:solidFill>
                <a:srgbClr val="FFFFFF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Calculates </a:t>
            </a:r>
            <a:r>
              <a:rPr lang="en-US" sz="1400" dirty="0" err="1">
                <a:solidFill>
                  <a:srgbClr val="FFFFFF"/>
                </a:solidFill>
              </a:rPr>
              <a:t>I_instant</a:t>
            </a:r>
            <a:r>
              <a:rPr lang="en-US" sz="1400" dirty="0">
                <a:solidFill>
                  <a:srgbClr val="FFFFFF"/>
                </a:solidFill>
              </a:rPr>
              <a:t> and </a:t>
            </a:r>
            <a:r>
              <a:rPr lang="en-US" sz="1400" dirty="0" err="1">
                <a:solidFill>
                  <a:srgbClr val="FFFFFF"/>
                </a:solidFill>
              </a:rPr>
              <a:t>I_steady</a:t>
            </a:r>
            <a:r>
              <a:rPr lang="en-US" sz="1400" dirty="0">
                <a:solidFill>
                  <a:srgbClr val="FFFFFF"/>
                </a:solidFill>
              </a:rPr>
              <a:t> to get </a:t>
            </a:r>
            <a:r>
              <a:rPr lang="en-US" sz="1400" dirty="0" err="1">
                <a:solidFill>
                  <a:srgbClr val="FFFFFF"/>
                </a:solidFill>
              </a:rPr>
              <a:t>V_ac</a:t>
            </a:r>
            <a:r>
              <a:rPr lang="en-US" sz="1400" dirty="0">
                <a:solidFill>
                  <a:srgbClr val="FFFFFF"/>
                </a:solidFill>
              </a:rPr>
              <a:t> and </a:t>
            </a:r>
            <a:r>
              <a:rPr lang="en-US" sz="1400" dirty="0" err="1">
                <a:solidFill>
                  <a:srgbClr val="FFFFFF"/>
                </a:solidFill>
              </a:rPr>
              <a:t>V_dc</a:t>
            </a:r>
            <a:endParaRPr lang="en-US" sz="1400" dirty="0">
              <a:solidFill>
                <a:srgbClr val="FFFFFF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Splits current with IIR filter (</a:t>
            </a:r>
            <a:r>
              <a:rPr lang="el-GR" sz="1400" dirty="0">
                <a:solidFill>
                  <a:srgbClr val="FFFFFF"/>
                </a:solidFill>
              </a:rPr>
              <a:t>τ_</a:t>
            </a:r>
            <a:r>
              <a:rPr lang="en-US" sz="1400" dirty="0">
                <a:solidFill>
                  <a:srgbClr val="FFFFFF"/>
                </a:solidFill>
              </a:rPr>
              <a:t>env = 50 </a:t>
            </a:r>
            <a:r>
              <a:rPr lang="en-US" sz="1400" dirty="0" err="1">
                <a:solidFill>
                  <a:srgbClr val="FFFFFF"/>
                </a:solidFill>
              </a:rPr>
              <a:t>ms</a:t>
            </a:r>
            <a:r>
              <a:rPr lang="en-US" sz="1400" dirty="0">
                <a:solidFill>
                  <a:srgbClr val="FFFFFF"/>
                </a:solidFill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Computes worst-case peak droop per tick (first trough)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sz="1400" b="0" i="0" dirty="0">
              <a:solidFill>
                <a:srgbClr val="FFFFFF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A41B684-84A3-9D39-B0DE-9A209D0B1DA5}"/>
              </a:ext>
            </a:extLst>
          </p:cNvPr>
          <p:cNvSpPr/>
          <p:nvPr/>
        </p:nvSpPr>
        <p:spPr>
          <a:xfrm>
            <a:off x="6248400" y="3486051"/>
            <a:ext cx="5760720" cy="2240280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486A5C8-6409-98FE-111D-09603C81611B}"/>
              </a:ext>
            </a:extLst>
          </p:cNvPr>
          <p:cNvSpPr txBox="1"/>
          <p:nvPr/>
        </p:nvSpPr>
        <p:spPr>
          <a:xfrm>
            <a:off x="6385561" y="359577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6B900"/>
                </a:solidFill>
              </a:rPr>
              <a:t>4  Controller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CC200D7-8FB1-5DC7-FB9F-9B1168DADB37}"/>
              </a:ext>
            </a:extLst>
          </p:cNvPr>
          <p:cNvSpPr txBox="1"/>
          <p:nvPr/>
        </p:nvSpPr>
        <p:spPr>
          <a:xfrm>
            <a:off x="6431281" y="3988971"/>
            <a:ext cx="5440680" cy="1024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FFFFFF"/>
                </a:solidFill>
              </a:rPr>
              <a:t>Bang-bang controller around </a:t>
            </a:r>
            <a:r>
              <a:rPr lang="en-US" sz="1400" b="0" i="0" dirty="0" err="1">
                <a:solidFill>
                  <a:srgbClr val="FFFFFF"/>
                </a:solidFill>
              </a:rPr>
              <a:t>V_shrink</a:t>
            </a:r>
            <a:endParaRPr lang="en-US" sz="1400" b="0" i="0" dirty="0">
              <a:solidFill>
                <a:srgbClr val="FFFFFF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FFFFFF"/>
                </a:solidFill>
              </a:rPr>
              <a:t>V_shrink</a:t>
            </a:r>
            <a:r>
              <a:rPr lang="en-US" sz="1400" dirty="0">
                <a:solidFill>
                  <a:srgbClr val="FFFFFF"/>
                </a:solidFill>
              </a:rPr>
              <a:t> = </a:t>
            </a:r>
            <a:r>
              <a:rPr lang="en-US" sz="1400" dirty="0" err="1">
                <a:solidFill>
                  <a:srgbClr val="FFFFFF"/>
                </a:solidFill>
              </a:rPr>
              <a:t>V_safe</a:t>
            </a:r>
            <a:r>
              <a:rPr lang="en-US" sz="1400" dirty="0">
                <a:solidFill>
                  <a:srgbClr val="FFFFFF"/>
                </a:solidFill>
              </a:rPr>
              <a:t> - </a:t>
            </a:r>
            <a:r>
              <a:rPr lang="en-US" sz="1400" dirty="0" err="1">
                <a:solidFill>
                  <a:srgbClr val="FFFFFF"/>
                </a:solidFill>
              </a:rPr>
              <a:t>deadband_mv</a:t>
            </a:r>
            <a:endParaRPr lang="en-US" sz="1400" b="0" i="0" dirty="0">
              <a:solidFill>
                <a:srgbClr val="FFFFFF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Auto-tune M grow/shrink step to not exceed </a:t>
            </a:r>
            <a:r>
              <a:rPr lang="en-US" sz="1400" dirty="0" err="1">
                <a:solidFill>
                  <a:srgbClr val="FFFFFF"/>
                </a:solidFill>
              </a:rPr>
              <a:t>V_ac</a:t>
            </a:r>
            <a:r>
              <a:rPr lang="en-US" sz="1400" dirty="0">
                <a:solidFill>
                  <a:srgbClr val="FFFFFF"/>
                </a:solidFill>
              </a:rPr>
              <a:t> budget 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9B1E6BB-3657-873C-9013-836663E316C2}"/>
              </a:ext>
            </a:extLst>
          </p:cNvPr>
          <p:cNvSpPr/>
          <p:nvPr/>
        </p:nvSpPr>
        <p:spPr>
          <a:xfrm>
            <a:off x="213361" y="5909211"/>
            <a:ext cx="11795759" cy="759683"/>
          </a:xfrm>
          <a:prstGeom prst="rect">
            <a:avLst/>
          </a:prstGeom>
          <a:solidFill>
            <a:srgbClr val="0F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ED71E6C-94DE-2773-744C-BCF9A1A16C00}"/>
              </a:ext>
            </a:extLst>
          </p:cNvPr>
          <p:cNvSpPr txBox="1"/>
          <p:nvPr/>
        </p:nvSpPr>
        <p:spPr>
          <a:xfrm>
            <a:off x="487680" y="6090709"/>
            <a:ext cx="11247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i="0" dirty="0">
                <a:solidFill>
                  <a:srgbClr val="FF9900"/>
                </a:solidFill>
              </a:rPr>
              <a:t>Chosen values: </a:t>
            </a:r>
            <a:r>
              <a:rPr sz="1600" b="1" i="0" dirty="0" err="1">
                <a:solidFill>
                  <a:srgbClr val="FF9900"/>
                </a:solidFill>
              </a:rPr>
              <a:t>V_min</a:t>
            </a:r>
            <a:r>
              <a:rPr sz="1600" b="1" i="0" dirty="0">
                <a:solidFill>
                  <a:srgbClr val="FF9900"/>
                </a:solidFill>
              </a:rPr>
              <a:t> = 0.93 V   |   PDN natural </a:t>
            </a:r>
            <a:r>
              <a:rPr sz="1600" b="1" i="0" dirty="0" err="1">
                <a:solidFill>
                  <a:srgbClr val="FF9900"/>
                </a:solidFill>
              </a:rPr>
              <a:t>freq</a:t>
            </a:r>
            <a:r>
              <a:rPr sz="1600" b="1" i="0" dirty="0">
                <a:solidFill>
                  <a:srgbClr val="FF9900"/>
                </a:solidFill>
              </a:rPr>
              <a:t> ≈ 41 kHz (L=15 </a:t>
            </a:r>
            <a:r>
              <a:rPr sz="1600" b="1" i="0" dirty="0" err="1">
                <a:solidFill>
                  <a:srgbClr val="FF9900"/>
                </a:solidFill>
              </a:rPr>
              <a:t>nH</a:t>
            </a:r>
            <a:r>
              <a:rPr sz="1600" b="1" i="0" dirty="0">
                <a:solidFill>
                  <a:srgbClr val="FF9900"/>
                </a:solidFill>
              </a:rPr>
              <a:t>, C=1 mF)   |   Controller tick = 50</a:t>
            </a:r>
            <a:r>
              <a:rPr lang="en-US" sz="1600" dirty="0">
                <a:solidFill>
                  <a:srgbClr val="FFFFFF"/>
                </a:solidFill>
              </a:rPr>
              <a:t> </a:t>
            </a:r>
            <a:r>
              <a:rPr lang="en-US" sz="1600" b="1" dirty="0">
                <a:solidFill>
                  <a:srgbClr val="FF9900"/>
                </a:solidFill>
              </a:rPr>
              <a:t>µs </a:t>
            </a:r>
            <a:endParaRPr sz="1600" b="1" dirty="0">
              <a:solidFill>
                <a:srgbClr val="FF99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5481901"/>
      </p:ext>
    </p:extLst>
  </p:cSld>
  <p:clrMapOvr>
    <a:masterClrMapping/>
  </p:clrMapOvr>
</p:sld>
</file>

<file path=ppt/theme/theme1.xml><?xml version="1.0" encoding="utf-8"?>
<a:theme xmlns:a="http://schemas.openxmlformats.org/drawingml/2006/main" name="Oasis">
  <a:themeElements>
    <a:clrScheme name="Oasis">
      <a:dk1>
        <a:srgbClr val="131313"/>
      </a:dk1>
      <a:lt1>
        <a:sysClr val="window" lastClr="FFFFFF"/>
      </a:lt1>
      <a:dk2>
        <a:srgbClr val="2D2A27"/>
      </a:dk2>
      <a:lt2>
        <a:srgbClr val="F0EBE6"/>
      </a:lt2>
      <a:accent1>
        <a:srgbClr val="9F7667"/>
      </a:accent1>
      <a:accent2>
        <a:srgbClr val="BE8856"/>
      </a:accent2>
      <a:accent3>
        <a:srgbClr val="BD9075"/>
      </a:accent3>
      <a:accent4>
        <a:srgbClr val="939081"/>
      </a:accent4>
      <a:accent5>
        <a:srgbClr val="A16D4C"/>
      </a:accent5>
      <a:accent6>
        <a:srgbClr val="8C8662"/>
      </a:accent6>
      <a:hlink>
        <a:srgbClr val="A57361"/>
      </a:hlink>
      <a:folHlink>
        <a:srgbClr val="8C8662"/>
      </a:folHlink>
    </a:clrScheme>
    <a:fontScheme name="Oasis Font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asis" id="{F87D57D1-6595-40EA-BD1E-F0C34D0EF910}" vid="{ECA7DBCD-4BC8-40F2-8EF4-7A6D942FA19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E911A2-2017-41E4-8340-9C55208FC24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A384A2-DC2C-4578-B8CE-512657D68B3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A533346F-C811-4404-B626-0E7631B2121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{3194C137-0E1B-49BA-A3AE-A0F296A230A9}977d9fe9-4445-4c48-bc9c-1fe8e23d557c-TF7d956844-ebdd-4ca4-b538-a1bcfc9ad3f053165620_win32</Template>
  <TotalTime>125</TotalTime>
  <Words>383</Words>
  <Application>Microsoft Office PowerPoint</Application>
  <PresentationFormat>Widescreen</PresentationFormat>
  <Paragraphs>43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Neue Haas Grotesk Text Pro</vt:lpstr>
      <vt:lpstr>Oasis</vt:lpstr>
      <vt:lpstr>PowerPoint Presentation</vt:lpstr>
      <vt:lpstr>PowerPoint Presentation</vt:lpstr>
      <vt:lpstr>PowerPoint Presentation</vt:lpstr>
    </vt:vector>
  </TitlesOfParts>
  <Company>NVIDIA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Jakub Mroczek</dc:creator>
  <cp:lastModifiedBy>Jakub Mroczek</cp:lastModifiedBy>
  <cp:revision>14</cp:revision>
  <dcterms:created xsi:type="dcterms:W3CDTF">2026-04-29T23:04:30Z</dcterms:created>
  <dcterms:modified xsi:type="dcterms:W3CDTF">2026-04-30T01:09:41Z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